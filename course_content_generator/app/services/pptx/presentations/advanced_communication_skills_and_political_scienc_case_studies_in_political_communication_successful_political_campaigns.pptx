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Case Studies in Political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Advanced Communication Skills and Political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Elements of Successful Campaigns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Clear and concise messaging</a:t>
            </a:r>
          </a:p>
          <a:p>
            <a:pPr>
              <a:spcBef>
                <a:spcPts val="1000"/>
              </a:spcBef>
              <a:spcAft>
                <a:spcPts val="1000"/>
              </a:spcAft>
              <a:defRPr sz="2000">
                <a:solidFill>
                  <a:srgbClr val="323232"/>
                </a:solidFill>
              </a:defRPr>
            </a:pPr>
            <a:r>
              <a:t>Effective use of social media and technology</a:t>
            </a:r>
          </a:p>
          <a:p>
            <a:pPr>
              <a:spcBef>
                <a:spcPts val="1000"/>
              </a:spcBef>
              <a:spcAft>
                <a:spcPts val="1000"/>
              </a:spcAft>
              <a:defRPr sz="2000">
                <a:solidFill>
                  <a:srgbClr val="323232"/>
                </a:solidFill>
              </a:defRPr>
            </a:pPr>
            <a:r>
              <a:t>Strong grassroots organization and volunteer engagement</a:t>
            </a:r>
          </a:p>
          <a:p>
            <a:pPr>
              <a:spcBef>
                <a:spcPts val="1000"/>
              </a:spcBef>
              <a:spcAft>
                <a:spcPts val="1000"/>
              </a:spcAft>
              <a:defRPr sz="2000">
                <a:solidFill>
                  <a:srgbClr val="323232"/>
                </a:solidFill>
              </a:defRPr>
            </a:pPr>
            <a:r>
              <a:t>Data-driven decision making and polling analysis</a:t>
            </a:r>
          </a:p>
          <a:p>
            <a:pPr>
              <a:spcBef>
                <a:spcPts val="1000"/>
              </a:spcBef>
              <a:spcAft>
                <a:spcPts val="1000"/>
              </a:spcAft>
              <a:defRPr sz="2000">
                <a:solidFill>
                  <a:srgbClr val="323232"/>
                </a:solidFill>
              </a:defRPr>
            </a:pPr>
            <a:r>
              <a:t>Inclusive and diverse campaign representation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Authenticity in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Authenticity is crucial in political communication as it helps build trust with voters and sets a candidate apart from their opponents. A genuine and sincere message can resonate deeply with the audience, while a perceived lack of authenticity can be detrimental to a campaign. Successful politicians understand the importance of being true to themselves and their values, and effectively communicate this to their constituents.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Effective Communication Matters in Politics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Influences public opinion and shapes policy debates</a:t>
            </a:r>
          </a:p>
          <a:p>
            <a:pPr>
              <a:spcBef>
                <a:spcPts val="1000"/>
              </a:spcBef>
              <a:spcAft>
                <a:spcPts val="1000"/>
              </a:spcAft>
              <a:defRPr sz="2000">
                <a:solidFill>
                  <a:srgbClr val="323232"/>
                </a:solidFill>
              </a:defRPr>
            </a:pPr>
            <a:r>
              <a:t>Builds trust and credibility with voters and stakeholders</a:t>
            </a:r>
          </a:p>
          <a:p>
            <a:pPr>
              <a:spcBef>
                <a:spcPts val="1000"/>
              </a:spcBef>
              <a:spcAft>
                <a:spcPts val="1000"/>
              </a:spcAft>
              <a:defRPr sz="2000">
                <a:solidFill>
                  <a:srgbClr val="323232"/>
                </a:solidFill>
              </a:defRPr>
            </a:pPr>
            <a:r>
              <a:t>Differentiates candidates and parties in a crowded political landscape</a:t>
            </a:r>
          </a:p>
          <a:p>
            <a:pPr>
              <a:spcBef>
                <a:spcPts val="1000"/>
              </a:spcBef>
              <a:spcAft>
                <a:spcPts val="1000"/>
              </a:spcAft>
              <a:defRPr sz="2000">
                <a:solidFill>
                  <a:srgbClr val="323232"/>
                </a:solidFill>
              </a:defRPr>
            </a:pPr>
            <a:r>
              <a:t>Enhances accountability and transparency in governance</a:t>
            </a:r>
          </a:p>
          <a:p>
            <a:pPr>
              <a:spcBef>
                <a:spcPts val="1000"/>
              </a:spcBef>
              <a:spcAft>
                <a:spcPts val="1000"/>
              </a:spcAft>
              <a:defRPr sz="2000">
                <a:solidFill>
                  <a:srgbClr val="323232"/>
                </a:solidFill>
              </a:defRPr>
            </a:pPr>
            <a:r>
              <a:t>Fosters a sense of community and civic engagement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Role of Emotional Appeal in Political Campaigns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Emotional appeal is a powerful tool in political campaigns, as it can evoke feelings of enthusiasm, hope, and motivation in voters. Successful campaigns often use storytelling and vivid imagery to create an emotional connection with their audience, making their message more relatable and memorable. By tapping into the emotions of their constituents, politicians can inspire loyalty and activism, driving their campaign's success.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Impacts the outcome of elections and policy decisions</a:t>
            </a:r>
          </a:p>
          <a:p>
            <a:pPr>
              <a:spcBef>
                <a:spcPts val="1000"/>
              </a:spcBef>
              <a:spcAft>
                <a:spcPts val="1000"/>
              </a:spcAft>
              <a:defRPr sz="2000">
                <a:solidFill>
                  <a:srgbClr val="323232"/>
                </a:solidFill>
              </a:defRPr>
            </a:pPr>
            <a:r>
              <a:t>Influences the public's perception of politics and governance</a:t>
            </a:r>
          </a:p>
          <a:p>
            <a:pPr>
              <a:spcBef>
                <a:spcPts val="1000"/>
              </a:spcBef>
              <a:spcAft>
                <a:spcPts val="1000"/>
              </a:spcAft>
              <a:defRPr sz="2000">
                <a:solidFill>
                  <a:srgbClr val="323232"/>
                </a:solidFill>
              </a:defRPr>
            </a:pPr>
            <a:r>
              <a:t>Shapes the discourse and agenda of political debates</a:t>
            </a:r>
          </a:p>
          <a:p>
            <a:pPr>
              <a:spcBef>
                <a:spcPts val="1000"/>
              </a:spcBef>
              <a:spcAft>
                <a:spcPts val="1000"/>
              </a:spcAft>
              <a:defRPr sz="2000">
                <a:solidFill>
                  <a:srgbClr val="323232"/>
                </a:solidFill>
              </a:defRPr>
            </a:pPr>
            <a:r>
              <a:t>Affects the legitimacy and credibility of political institutions</a:t>
            </a:r>
          </a:p>
          <a:p>
            <a:pPr>
              <a:spcBef>
                <a:spcPts val="1000"/>
              </a:spcBef>
              <a:spcAft>
                <a:spcPts val="1000"/>
              </a:spcAft>
              <a:defRPr sz="2000">
                <a:solidFill>
                  <a:srgbClr val="323232"/>
                </a:solidFill>
              </a:defRPr>
            </a:pPr>
            <a:r>
              <a:t>Informs and educates citizens about critical issues and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 Summary of Successful Political Campaigns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successful political campaigns rely on a combination of effective communication strategies, including clear messaging, emotional appeal, and authenticity. By understanding the importance of these elements and incorporating them into their campaign, politicians can build trust, inspire loyalty, and ultimately achieve their goals. As students of political science, it is essential to recognize the significance of communication in shaping political outcomes and to develop a nuanced understanding of the complex factors that influence campaign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