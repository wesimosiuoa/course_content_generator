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 on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Leadership in Practice - Lesson: Sustaining Leadership Momentum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Sustaining Leadership Momentum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As a leader, it is essential to maintain momentum over time to achieve long-term success. Sustaining leadership momentum requires a combination of skills, including effective communication, strategic planning, and the ability to adapt to changing circumstances. This lesson will explore the key strategies for sustaining leadership momentum, including setting clear goals, building a strong team, and fostering a culture of continuous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Strategies for Sustaining Leadership Momentum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Set clear and achievable goals that align with the organization's vision and mission</a:t>
            </a:r>
          </a:p>
          <a:p>
            <a:pPr>
              <a:spcBef>
                <a:spcPts val="1000"/>
              </a:spcBef>
              <a:spcAft>
                <a:spcPts val="1000"/>
              </a:spcAft>
              <a:defRPr sz="2000">
                <a:solidFill>
                  <a:srgbClr val="323232"/>
                </a:solidFill>
              </a:defRPr>
            </a:pPr>
            <a:r>
              <a:t>Build a strong and diverse team with a range of skills and expertise</a:t>
            </a:r>
          </a:p>
          <a:p>
            <a:pPr>
              <a:spcBef>
                <a:spcPts val="1000"/>
              </a:spcBef>
              <a:spcAft>
                <a:spcPts val="1000"/>
              </a:spcAft>
              <a:defRPr sz="2000">
                <a:solidFill>
                  <a:srgbClr val="323232"/>
                </a:solidFill>
              </a:defRPr>
            </a:pPr>
            <a:r>
              <a:t>Foster a culture of continuous improvement and learning</a:t>
            </a:r>
          </a:p>
          <a:p>
            <a:pPr>
              <a:spcBef>
                <a:spcPts val="1000"/>
              </a:spcBef>
              <a:spcAft>
                <a:spcPts val="1000"/>
              </a:spcAft>
              <a:defRPr sz="2000">
                <a:solidFill>
                  <a:srgbClr val="323232"/>
                </a:solidFill>
              </a:defRPr>
            </a:pPr>
            <a:r>
              <a:t>Encourage open communication and feedback</a:t>
            </a:r>
          </a:p>
          <a:p>
            <a:pPr>
              <a:spcBef>
                <a:spcPts val="1000"/>
              </a:spcBef>
              <a:spcAft>
                <a:spcPts val="1000"/>
              </a:spcAft>
              <a:defRPr sz="2000">
                <a:solidFill>
                  <a:srgbClr val="323232"/>
                </a:solidFill>
              </a:defRPr>
            </a:pPr>
            <a:r>
              <a:t>Lead by example and demonstrate a commitment to the organization's values and 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Adaptability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Adaptability is critical for sustaining leadership momentum, as it allows leaders to respond to changing circumstances and stay ahead of the curve. This includes being open to new ideas, willing to take calculated risks, and able to pivot when necessary. By being adaptable, leaders can stay focused on their goals and continue to drive progress, even in the face of uncertainty or adversity.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Sustaining Leadership Momentum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Drives long-term success and achievement of organizational goals</a:t>
            </a:r>
          </a:p>
          <a:p>
            <a:pPr>
              <a:spcBef>
                <a:spcPts val="1000"/>
              </a:spcBef>
              <a:spcAft>
                <a:spcPts val="1000"/>
              </a:spcAft>
              <a:defRPr sz="2000">
                <a:solidFill>
                  <a:srgbClr val="323232"/>
                </a:solidFill>
              </a:defRPr>
            </a:pPr>
            <a:r>
              <a:t>Builds trust and credibility with stakeholders</a:t>
            </a:r>
          </a:p>
          <a:p>
            <a:pPr>
              <a:spcBef>
                <a:spcPts val="1000"/>
              </a:spcBef>
              <a:spcAft>
                <a:spcPts val="1000"/>
              </a:spcAft>
              <a:defRPr sz="2000">
                <a:solidFill>
                  <a:srgbClr val="323232"/>
                </a:solidFill>
              </a:defRPr>
            </a:pPr>
            <a:r>
              <a:t>Fosters a positive and productive work culture</a:t>
            </a:r>
          </a:p>
          <a:p>
            <a:pPr>
              <a:spcBef>
                <a:spcPts val="1000"/>
              </a:spcBef>
              <a:spcAft>
                <a:spcPts val="1000"/>
              </a:spcAft>
              <a:defRPr sz="2000">
                <a:solidFill>
                  <a:srgbClr val="323232"/>
                </a:solidFill>
              </a:defRPr>
            </a:pPr>
            <a:r>
              <a:t>Supports the development of future leaders</a:t>
            </a:r>
          </a:p>
          <a:p>
            <a:pPr>
              <a:spcBef>
                <a:spcPts val="1000"/>
              </a:spcBef>
              <a:spcAft>
                <a:spcPts val="1000"/>
              </a:spcAft>
              <a:defRPr sz="2000">
                <a:solidFill>
                  <a:srgbClr val="323232"/>
                </a:solidFill>
              </a:defRPr>
            </a:pPr>
            <a:r>
              <a:t>Enhances the organization's reputation and competitiveness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Sustaining leadership momentum is critical for achieving long-term success and driving progress in an organization. By setting clear goals, building a strong team, fostering a culture of continuous improvement, and being adaptable, leaders can maintain momentum over time and achieve their vision. Remember, sustaining leadership momentum is an ongoing process that requires effort, dedication, and a commitment to continuous learning and improvement.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Action Plan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Reflect on your current leadership approach and identify areas for improvement</a:t>
            </a:r>
          </a:p>
          <a:p>
            <a:pPr>
              <a:spcBef>
                <a:spcPts val="1000"/>
              </a:spcBef>
              <a:spcAft>
                <a:spcPts val="1000"/>
              </a:spcAft>
              <a:defRPr sz="2000">
                <a:solidFill>
                  <a:srgbClr val="323232"/>
                </a:solidFill>
              </a:defRPr>
            </a:pPr>
            <a:r>
              <a:t>Develop a plan to set clear and achievable goals</a:t>
            </a:r>
          </a:p>
          <a:p>
            <a:pPr>
              <a:spcBef>
                <a:spcPts val="1000"/>
              </a:spcBef>
              <a:spcAft>
                <a:spcPts val="1000"/>
              </a:spcAft>
              <a:defRPr sz="2000">
                <a:solidFill>
                  <a:srgbClr val="323232"/>
                </a:solidFill>
              </a:defRPr>
            </a:pPr>
            <a:r>
              <a:t>Build a strong and diverse team</a:t>
            </a:r>
          </a:p>
          <a:p>
            <a:pPr>
              <a:spcBef>
                <a:spcPts val="1000"/>
              </a:spcBef>
              <a:spcAft>
                <a:spcPts val="1000"/>
              </a:spcAft>
              <a:defRPr sz="2000">
                <a:solidFill>
                  <a:srgbClr val="323232"/>
                </a:solidFill>
              </a:defRPr>
            </a:pPr>
            <a:r>
              <a:t>Foster a culture of continuous improvement and learning</a:t>
            </a:r>
          </a:p>
          <a:p>
            <a:pPr>
              <a:spcBef>
                <a:spcPts val="1000"/>
              </a:spcBef>
              <a:spcAft>
                <a:spcPts val="1000"/>
              </a:spcAft>
              <a:defRPr sz="2000">
                <a:solidFill>
                  <a:srgbClr val="323232"/>
                </a:solidFill>
              </a:defRPr>
            </a:pPr>
            <a:r>
              <a:t>Commit to ongoing learning and development to stay ahead of the curve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