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Team Building Strategies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Effective Leadership for New Principals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Benefits of Team Building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Improves communication and collaboration among team members</a:t>
            </a:r>
          </a:p>
          <a:p>
            <a:pPr>
              <a:spcBef>
                <a:spcPts val="1000"/>
              </a:spcBef>
              <a:spcAft>
                <a:spcPts val="1000"/>
              </a:spcAft>
              <a:defRPr sz="2000">
                <a:solidFill>
                  <a:srgbClr val="323232"/>
                </a:solidFill>
              </a:defRPr>
            </a:pPr>
            <a:r>
              <a:t>Enhances problem-solving and decision-making skills</a:t>
            </a:r>
          </a:p>
          <a:p>
            <a:pPr>
              <a:spcBef>
                <a:spcPts val="1000"/>
              </a:spcBef>
              <a:spcAft>
                <a:spcPts val="1000"/>
              </a:spcAft>
              <a:defRPr sz="2000">
                <a:solidFill>
                  <a:srgbClr val="323232"/>
                </a:solidFill>
              </a:defRPr>
            </a:pPr>
            <a:r>
              <a:t>Boosts morale and motivation</a:t>
            </a:r>
          </a:p>
          <a:p>
            <a:pPr>
              <a:spcBef>
                <a:spcPts val="1000"/>
              </a:spcBef>
              <a:spcAft>
                <a:spcPts val="1000"/>
              </a:spcAft>
              <a:defRPr sz="2000">
                <a:solidFill>
                  <a:srgbClr val="323232"/>
                </a:solidFill>
              </a:defRPr>
            </a:pPr>
            <a:r>
              <a:t>Fosters a positive and inclusive work environment</a:t>
            </a:r>
          </a:p>
          <a:p>
            <a:pPr>
              <a:spcBef>
                <a:spcPts val="1000"/>
              </a:spcBef>
              <a:spcAft>
                <a:spcPts val="1000"/>
              </a:spcAft>
              <a:defRPr sz="2000">
                <a:solidFill>
                  <a:srgbClr val="323232"/>
                </a:solidFill>
              </a:defRPr>
            </a:pPr>
            <a:r>
              <a:t>Increases productivity and efficiency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Understanding Team Dynamics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Understanding team dynamics is crucial for effective team building. This involves recognizing the different personalities, strengths, and weaknesses within the team, as well as the various roles and responsibilities. By acknowledging and appreciating these differences, leaders can create an environment that encourages collaboration, creativity, and growth. This, in turn, can lead to improved job satisfaction, reduced conflict, and increased overall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Team Building Activities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Team-building exercises and games</a:t>
            </a:r>
          </a:p>
          <a:p>
            <a:pPr>
              <a:spcBef>
                <a:spcPts val="1000"/>
              </a:spcBef>
              <a:spcAft>
                <a:spcPts val="1000"/>
              </a:spcAft>
              <a:defRPr sz="2000">
                <a:solidFill>
                  <a:srgbClr val="323232"/>
                </a:solidFill>
              </a:defRPr>
            </a:pPr>
            <a:r>
              <a:t>Workshops and training sessions</a:t>
            </a:r>
          </a:p>
          <a:p>
            <a:pPr>
              <a:spcBef>
                <a:spcPts val="1000"/>
              </a:spcBef>
              <a:spcAft>
                <a:spcPts val="1000"/>
              </a:spcAft>
              <a:defRPr sz="2000">
                <a:solidFill>
                  <a:srgbClr val="323232"/>
                </a:solidFill>
              </a:defRPr>
            </a:pPr>
            <a:r>
              <a:t>Social events and outings</a:t>
            </a:r>
          </a:p>
          <a:p>
            <a:pPr>
              <a:spcBef>
                <a:spcPts val="1000"/>
              </a:spcBef>
              <a:spcAft>
                <a:spcPts val="1000"/>
              </a:spcAft>
              <a:defRPr sz="2000">
                <a:solidFill>
                  <a:srgbClr val="323232"/>
                </a:solidFill>
              </a:defRPr>
            </a:pPr>
            <a:r>
              <a:t>Volunteer opportunities and community service</a:t>
            </a:r>
          </a:p>
          <a:p>
            <a:pPr>
              <a:spcBef>
                <a:spcPts val="1000"/>
              </a:spcBef>
              <a:spcAft>
                <a:spcPts val="1000"/>
              </a:spcAft>
              <a:defRPr sz="2000">
                <a:solidFill>
                  <a:srgbClr val="323232"/>
                </a:solidFill>
              </a:defRPr>
            </a:pPr>
            <a:r>
              <a:t>Cross-functional projects and collaborations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Team Building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Team building is essential for any organization, as it helps to establish a strong and cohesive team that is better equipped to achieve its goals. By investing time and effort into team building, leaders can create a positive and productive work environment that supports the well-being and success of all team members. This, in turn, can lead to improved job satisfaction, increased employee retention, and enhanced overall performance.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Principles of Effective Team Building</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Establish clear goals and expectations</a:t>
            </a:r>
          </a:p>
          <a:p>
            <a:pPr>
              <a:spcBef>
                <a:spcPts val="1000"/>
              </a:spcBef>
              <a:spcAft>
                <a:spcPts val="1000"/>
              </a:spcAft>
              <a:defRPr sz="2000">
                <a:solidFill>
                  <a:srgbClr val="323232"/>
                </a:solidFill>
              </a:defRPr>
            </a:pPr>
            <a:r>
              <a:t>Foster open and honest communication</a:t>
            </a:r>
          </a:p>
          <a:p>
            <a:pPr>
              <a:spcBef>
                <a:spcPts val="1000"/>
              </a:spcBef>
              <a:spcAft>
                <a:spcPts val="1000"/>
              </a:spcAft>
              <a:defRPr sz="2000">
                <a:solidFill>
                  <a:srgbClr val="323232"/>
                </a:solidFill>
              </a:defRPr>
            </a:pPr>
            <a:r>
              <a:t>Encourage active listening and feedback</a:t>
            </a:r>
          </a:p>
          <a:p>
            <a:pPr>
              <a:spcBef>
                <a:spcPts val="1000"/>
              </a:spcBef>
              <a:spcAft>
                <a:spcPts val="1000"/>
              </a:spcAft>
              <a:defRPr sz="2000">
                <a:solidFill>
                  <a:srgbClr val="323232"/>
                </a:solidFill>
              </a:defRPr>
            </a:pPr>
            <a:r>
              <a:t>Promote a culture of trust and respect</a:t>
            </a:r>
          </a:p>
          <a:p>
            <a:pPr>
              <a:spcBef>
                <a:spcPts val="1000"/>
              </a:spcBef>
              <a:spcAft>
                <a:spcPts val="1000"/>
              </a:spcAft>
              <a:defRPr sz="2000">
                <a:solidFill>
                  <a:srgbClr val="323232"/>
                </a:solidFill>
              </a:defRPr>
            </a:pPr>
            <a:r>
              <a:t>Empower team members to take ownership and make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team building is critical for the success of any organization. By understanding the benefits and principles of team building, and by implementing strategies and activities that promote collaboration and growth, leaders can create a positive and productive work environment that supports the well-being and success of all team members. Remember, team building is an ongoing process that requires effort, commitment, and dedication, but the rewards are well worth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