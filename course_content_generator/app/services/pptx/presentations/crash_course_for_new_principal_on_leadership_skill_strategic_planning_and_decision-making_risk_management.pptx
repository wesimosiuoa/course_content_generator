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Crash Course for New Principal on Leadership Skills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Strategic Planning and Decision-Making - Lesson: Risk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Risk Management</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Risk management is a critical component of strategic planning and decision-making. It involves identifying, assessing, and mitigating potential risks that could impact the organization. Effective risk management enables leaders to make informed decisions, minimize losses, and maximize opportunities. In this lesson, we will explore the importance of risk management and provide practical strategies for identifying and managing risks.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Types of Risks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Strategic risks: related to the organization's overall strategy and direction</a:t>
            </a:r>
          </a:p>
          <a:p>
            <a:pPr>
              <a:spcBef>
                <a:spcPts val="1000"/>
              </a:spcBef>
              <a:spcAft>
                <a:spcPts val="1000"/>
              </a:spcAft>
              <a:defRPr sz="2000">
                <a:solidFill>
                  <a:srgbClr val="323232"/>
                </a:solidFill>
              </a:defRPr>
            </a:pPr>
            <a:r>
              <a:t>Operational risks: related to the organization's daily operations and processes</a:t>
            </a:r>
          </a:p>
          <a:p>
            <a:pPr>
              <a:spcBef>
                <a:spcPts val="1000"/>
              </a:spcBef>
              <a:spcAft>
                <a:spcPts val="1000"/>
              </a:spcAft>
              <a:defRPr sz="2000">
                <a:solidFill>
                  <a:srgbClr val="323232"/>
                </a:solidFill>
              </a:defRPr>
            </a:pPr>
            <a:r>
              <a:t>Financial risks: related to the organization's financial management and resources</a:t>
            </a:r>
          </a:p>
          <a:p>
            <a:pPr>
              <a:spcBef>
                <a:spcPts val="1000"/>
              </a:spcBef>
              <a:spcAft>
                <a:spcPts val="1000"/>
              </a:spcAft>
              <a:defRPr sz="2000">
                <a:solidFill>
                  <a:srgbClr val="323232"/>
                </a:solidFill>
              </a:defRPr>
            </a:pPr>
            <a:r>
              <a:t>Reputational risks: related to the organization's image and reputation</a:t>
            </a:r>
          </a:p>
          <a:p>
            <a:pPr>
              <a:spcBef>
                <a:spcPts val="1000"/>
              </a:spcBef>
              <a:spcAft>
                <a:spcPts val="1000"/>
              </a:spcAft>
              <a:defRPr sz="2000">
                <a:solidFill>
                  <a:srgbClr val="323232"/>
                </a:solidFill>
              </a:defRPr>
            </a:pPr>
            <a:r>
              <a:t>Compliance risks: related to the organization's adherence to laws and regulations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Risk Management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Risk management is essential for organizations because it helps to minimize losses, maximize opportunities, and ensure sustainability. By identifying and mitigating potential risks, leaders can make informed decisions, allocate resources effectively, and protect the organization's assets and reputation. Effective risk management also enables organizations to respond quickly and effectively to changing circumstances, ensuring that they remain competitive and resilient in a rapidly changing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Risk Management Strategies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Identify and assess potential risks</a:t>
            </a:r>
          </a:p>
          <a:p>
            <a:pPr>
              <a:spcBef>
                <a:spcPts val="1000"/>
              </a:spcBef>
              <a:spcAft>
                <a:spcPts val="1000"/>
              </a:spcAft>
              <a:defRPr sz="2000">
                <a:solidFill>
                  <a:srgbClr val="323232"/>
                </a:solidFill>
              </a:defRPr>
            </a:pPr>
            <a:r>
              <a:t>Develop and implement risk mitigation plans</a:t>
            </a:r>
          </a:p>
          <a:p>
            <a:pPr>
              <a:spcBef>
                <a:spcPts val="1000"/>
              </a:spcBef>
              <a:spcAft>
                <a:spcPts val="1000"/>
              </a:spcAft>
              <a:defRPr sz="2000">
                <a:solidFill>
                  <a:srgbClr val="323232"/>
                </a:solidFill>
              </a:defRPr>
            </a:pPr>
            <a:r>
              <a:t>Monitor and review risk management processes</a:t>
            </a:r>
          </a:p>
          <a:p>
            <a:pPr>
              <a:spcBef>
                <a:spcPts val="1000"/>
              </a:spcBef>
              <a:spcAft>
                <a:spcPts val="1000"/>
              </a:spcAft>
              <a:defRPr sz="2000">
                <a:solidFill>
                  <a:srgbClr val="323232"/>
                </a:solidFill>
              </a:defRPr>
            </a:pPr>
            <a:r>
              <a:t>Communicate risk management plans to stakeholders</a:t>
            </a:r>
          </a:p>
          <a:p>
            <a:pPr>
              <a:spcBef>
                <a:spcPts val="1000"/>
              </a:spcBef>
              <a:spcAft>
                <a:spcPts val="1000"/>
              </a:spcAft>
              <a:defRPr sz="2000">
                <a:solidFill>
                  <a:srgbClr val="323232"/>
                </a:solidFill>
              </a:defRPr>
            </a:pPr>
            <a:r>
              <a:t>Continuously review and update risk management strategies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Case Study: Risk Management in Action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A school district implemented a risk management plan to address the potential risks associated with a new technology initiative. The plan included identifying and assessing potential risks, developing and implementing risk mitigation plans, and monitoring and reviewing risk management processes. As a result, the school district was able to minimize losses, maximize opportunities, and ensure the successful implementation of the technology initiative.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Risk management is a critical component of strategic planning and decision-making</a:t>
            </a:r>
          </a:p>
          <a:p>
            <a:pPr>
              <a:spcBef>
                <a:spcPts val="1000"/>
              </a:spcBef>
              <a:spcAft>
                <a:spcPts val="1000"/>
              </a:spcAft>
              <a:defRPr sz="2000">
                <a:solidFill>
                  <a:srgbClr val="323232"/>
                </a:solidFill>
              </a:defRPr>
            </a:pPr>
            <a:r>
              <a:t>Effective risk management enables leaders to make informed decisions and minimize losses</a:t>
            </a:r>
          </a:p>
          <a:p>
            <a:pPr>
              <a:spcBef>
                <a:spcPts val="1000"/>
              </a:spcBef>
              <a:spcAft>
                <a:spcPts val="1000"/>
              </a:spcAft>
              <a:defRPr sz="2000">
                <a:solidFill>
                  <a:srgbClr val="323232"/>
                </a:solidFill>
              </a:defRPr>
            </a:pPr>
            <a:r>
              <a:t>Organizations must continuously review and update their risk management strategies to remain competitive and resilient</a:t>
            </a:r>
          </a:p>
          <a:p>
            <a:pPr>
              <a:spcBef>
                <a:spcPts val="1000"/>
              </a:spcBef>
              <a:spcAft>
                <a:spcPts val="1000"/>
              </a:spcAft>
              <a:defRPr sz="2000">
                <a:solidFill>
                  <a:srgbClr val="323232"/>
                </a:solidFill>
              </a:defRPr>
            </a:pPr>
            <a:r>
              <a:t>Risk management is an ongoing process that requires careful planning, monitoring, and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