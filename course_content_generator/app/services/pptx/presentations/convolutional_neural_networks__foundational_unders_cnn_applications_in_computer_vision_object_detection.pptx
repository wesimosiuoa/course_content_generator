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Convolutional Neural Networks: Object Detection</a:t>
            </a:r>
          </a:p>
        </p:txBody>
      </p:sp>
      <p:sp>
        <p:nvSpPr>
          <p:cNvPr id="3" name="Subtitle 2"/>
          <p:cNvSpPr>
            <a:spLocks noGrp="1"/>
          </p:cNvSpPr>
          <p:nvPr>
            <p:ph type="subTitle" idx="1"/>
          </p:nvPr>
        </p:nvSpPr>
        <p:spPr/>
        <p:txBody>
          <a:bodyPr/>
          <a:lstStyle/>
          <a:p>
            <a:r>
              <a:t>Foundational Understanding for Advanced Applications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Object Detection</a:t>
            </a:r>
          </a:p>
        </p:txBody>
      </p:sp>
      <p:sp>
        <p:nvSpPr>
          <p:cNvPr id="3" name="Content Placeholder 2"/>
          <p:cNvSpPr>
            <a:spLocks noGrp="1"/>
          </p:cNvSpPr>
          <p:nvPr>
            <p:ph idx="1"/>
          </p:nvPr>
        </p:nvSpPr>
        <p:spPr/>
        <p:txBody>
          <a:bodyPr/>
          <a:lstStyle/>
          <a:p>
            <a:r>
              <a:t>Object detection is a fundamental task in computer vision</a:t>
            </a:r>
          </a:p>
          <a:p>
            <a:pPr/>
            <a:r>
              <a:t>Involves locating and classifying objects within an image</a:t>
            </a:r>
          </a:p>
          <a:p>
            <a:pPr/>
            <a:r>
              <a:t>Convolutional Neural Networks (CNNs) are widely used for object detection</a:t>
            </a:r>
          </a:p>
          <a:p>
            <a:pPr/>
            <a:r>
              <a:t>Enable applications such as self-driving cars, surveillance systems, and medical imaging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 Detection Techniques</a:t>
            </a:r>
          </a:p>
        </p:txBody>
      </p:sp>
      <p:sp>
        <p:nvSpPr>
          <p:cNvPr id="3" name="Content Placeholder 2"/>
          <p:cNvSpPr>
            <a:spLocks noGrp="1"/>
          </p:cNvSpPr>
          <p:nvPr>
            <p:ph idx="1"/>
          </p:nvPr>
        </p:nvSpPr>
        <p:spPr/>
        <p:txBody>
          <a:bodyPr/>
          <a:lstStyle/>
          <a:p>
            <a:r>
              <a:t>Object detection using CNNs involves two primary techniques: bounding box regression and non-maximum suppression. Bounding box regression predicts the location and size of objects within an image, while non-maximum suppression filters out redundant detections to provide a single, accurate output. These techniques are crucial for achieving high accuracy in object detection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 of Object Detection</a:t>
            </a:r>
          </a:p>
        </p:txBody>
      </p:sp>
      <p:sp>
        <p:nvSpPr>
          <p:cNvPr id="3" name="Content Placeholder 2"/>
          <p:cNvSpPr>
            <a:spLocks noGrp="1"/>
          </p:cNvSpPr>
          <p:nvPr>
            <p:ph idx="1"/>
          </p:nvPr>
        </p:nvSpPr>
        <p:spPr/>
        <p:txBody>
          <a:bodyPr/>
          <a:lstStyle/>
          <a:p>
            <a:r>
              <a:t>Autonomous vehicles: detecting pedestrians, cars, and road signs</a:t>
            </a:r>
          </a:p>
          <a:p>
            <a:pPr/>
            <a:r>
              <a:t>Surveillance systems: monitoring and tracking individuals or objects</a:t>
            </a:r>
          </a:p>
          <a:p>
            <a:pPr/>
            <a:r>
              <a:t>Medical imaging: detecting tumors, organs, or other anatomical structures</a:t>
            </a:r>
          </a:p>
          <a:p>
            <a:pPr/>
            <a:r>
              <a:t>Robotics: enabling robots to interact with and understand their environment</a:t>
            </a:r>
          </a:p>
          <a:p>
            <a:pPr/>
            <a:r>
              <a:t>Facial recognition: detecting and identifying individuals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Object Detection Matters</a:t>
            </a:r>
          </a:p>
        </p:txBody>
      </p:sp>
      <p:sp>
        <p:nvSpPr>
          <p:cNvPr id="3" name="Content Placeholder 2"/>
          <p:cNvSpPr>
            <a:spLocks noGrp="1"/>
          </p:cNvSpPr>
          <p:nvPr>
            <p:ph idx="1"/>
          </p:nvPr>
        </p:nvSpPr>
        <p:spPr/>
        <p:txBody>
          <a:bodyPr/>
          <a:lstStyle/>
          <a:p>
            <a:r>
              <a:t>Object detection is a critical component of many computer vision applications, enabling machines to understand and interact with their environment. The ability to accurately detect and classify objects has numerous benefits, including improved safety, increased efficiency, and enhanced decision-making. As CNNs continue to evolve, object detection will play an increasingly important role in shaping the future of artificial intelligence and machine learning.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Challenges in Object Detection</a:t>
            </a:r>
          </a:p>
        </p:txBody>
      </p:sp>
      <p:sp>
        <p:nvSpPr>
          <p:cNvPr id="3" name="Content Placeholder 2"/>
          <p:cNvSpPr>
            <a:spLocks noGrp="1"/>
          </p:cNvSpPr>
          <p:nvPr>
            <p:ph idx="1"/>
          </p:nvPr>
        </p:nvSpPr>
        <p:spPr/>
        <p:txBody>
          <a:bodyPr/>
          <a:lstStyle/>
          <a:p>
            <a:r>
              <a:t>Handling occlusions and partial visibility</a:t>
            </a:r>
          </a:p>
          <a:p>
            <a:pPr/>
            <a:r>
              <a:t>Dealing with varying lighting conditions and backgrounds</a:t>
            </a:r>
          </a:p>
          <a:p>
            <a:pPr/>
            <a:r>
              <a:t>Detecting small or distant objects</a:t>
            </a:r>
          </a:p>
          <a:p>
            <a:pPr/>
            <a:r>
              <a:t>Balancing accuracy and computational efficiency</a:t>
            </a:r>
          </a:p>
          <a:p>
            <a:pPr/>
            <a:r>
              <a:t>Addressing class imbalance and dataset bias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a:t>
            </a:r>
          </a:p>
        </p:txBody>
      </p:sp>
      <p:sp>
        <p:nvSpPr>
          <p:cNvPr id="3" name="Content Placeholder 2"/>
          <p:cNvSpPr>
            <a:spLocks noGrp="1"/>
          </p:cNvSpPr>
          <p:nvPr>
            <p:ph idx="1"/>
          </p:nvPr>
        </p:nvSpPr>
        <p:spPr/>
        <p:txBody>
          <a:bodyPr/>
          <a:lstStyle/>
          <a:p>
            <a:r>
              <a:t>In conclusion, object detection using CNNs is a powerful tool for a wide range of applications. By understanding the techniques, applications, and challenges involved, developers and researchers can unlock the full potential of object detection and drive innovation in the field of computer vision. As the technology continues to advance, we can expect to see significant improvements in accuracy, efficiency, and real-world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