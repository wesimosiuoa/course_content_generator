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Conservatism and Communication</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The Impact of Conservative Ideologies on Political Messaging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Core Principles of Conservatism</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Limited government intervention in economic matters</a:t>
            </a:r>
          </a:p>
          <a:p>
            <a:pPr>
              <a:spcBef>
                <a:spcPts val="1000"/>
              </a:spcBef>
              <a:spcAft>
                <a:spcPts val="1000"/>
              </a:spcAft>
              <a:defRPr sz="2000">
                <a:solidFill>
                  <a:srgbClr val="323232"/>
                </a:solidFill>
              </a:defRPr>
            </a:pPr>
            <a:r>
              <a:t>Strong national defense and law enforcement</a:t>
            </a:r>
          </a:p>
          <a:p>
            <a:pPr>
              <a:spcBef>
                <a:spcPts val="1000"/>
              </a:spcBef>
              <a:spcAft>
                <a:spcPts val="1000"/>
              </a:spcAft>
              <a:defRPr sz="2000">
                <a:solidFill>
                  <a:srgbClr val="323232"/>
                </a:solidFill>
              </a:defRPr>
            </a:pPr>
            <a:r>
              <a:t>Traditional social values and institutions</a:t>
            </a:r>
          </a:p>
          <a:p>
            <a:pPr>
              <a:spcBef>
                <a:spcPts val="1000"/>
              </a:spcBef>
              <a:spcAft>
                <a:spcPts val="1000"/>
              </a:spcAft>
              <a:defRPr sz="2000">
                <a:solidFill>
                  <a:srgbClr val="323232"/>
                </a:solidFill>
              </a:defRPr>
            </a:pPr>
            <a:r>
              <a:t>Free market economy and individual responsibility</a:t>
            </a:r>
          </a:p>
          <a:p>
            <a:pPr>
              <a:spcBef>
                <a:spcPts val="1000"/>
              </a:spcBef>
              <a:spcAft>
                <a:spcPts val="1000"/>
              </a:spcAft>
              <a:defRPr sz="2000">
                <a:solidFill>
                  <a:srgbClr val="323232"/>
                </a:solidFill>
              </a:defRPr>
            </a:pPr>
            <a:r>
              <a:t>Protection of individual rights and freedoms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Role of Conservatism in Shaping Political Messaging</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Conservative ideologies have significantly influenced the way politicians communicate with their audience. By emphasizing individual responsibility, limited government intervention, and traditional values, conservative politicians often appeal to a specific segment of the population. This approach can be effective in resonating with voters who share similar beliefs and values, but it can also alienate those who hold opposing views, leading to a polarized political landscape.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Communication Strategies Used by Conservative Politicians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Emphasizing emotional appeals and storytelling</a:t>
            </a:r>
          </a:p>
          <a:p>
            <a:pPr>
              <a:spcBef>
                <a:spcPts val="1000"/>
              </a:spcBef>
              <a:spcAft>
                <a:spcPts val="1000"/>
              </a:spcAft>
              <a:defRPr sz="2000">
                <a:solidFill>
                  <a:srgbClr val="323232"/>
                </a:solidFill>
              </a:defRPr>
            </a:pPr>
            <a:r>
              <a:t>Using simple, clear language to convey complex ideas</a:t>
            </a:r>
          </a:p>
          <a:p>
            <a:pPr>
              <a:spcBef>
                <a:spcPts val="1000"/>
              </a:spcBef>
              <a:spcAft>
                <a:spcPts val="1000"/>
              </a:spcAft>
              <a:defRPr sz="2000">
                <a:solidFill>
                  <a:srgbClr val="323232"/>
                </a:solidFill>
              </a:defRPr>
            </a:pPr>
            <a:r>
              <a:t>Framing issues in terms of individual freedom and choice</a:t>
            </a:r>
          </a:p>
          <a:p>
            <a:pPr>
              <a:spcBef>
                <a:spcPts val="1000"/>
              </a:spcBef>
              <a:spcAft>
                <a:spcPts val="1000"/>
              </a:spcAft>
              <a:defRPr sz="2000">
                <a:solidFill>
                  <a:srgbClr val="323232"/>
                </a:solidFill>
              </a:defRPr>
            </a:pPr>
            <a:r>
              <a:t>Highlighting the importance of national security and defense</a:t>
            </a:r>
          </a:p>
          <a:p>
            <a:pPr>
              <a:spcBef>
                <a:spcPts val="1000"/>
              </a:spcBef>
              <a:spcAft>
                <a:spcPts val="1000"/>
              </a:spcAft>
              <a:defRPr sz="2000">
                <a:solidFill>
                  <a:srgbClr val="323232"/>
                </a:solidFill>
              </a:defRPr>
            </a:pPr>
            <a:r>
              <a:t>Appealing to traditional values and institutions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Conservative Communication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Understanding the impact of conservative ideologies on political messaging is crucial in today's polarized political environment. By recognizing the communication strategies used by conservative politicians, individuals can better navigate the complex landscape of political discourse and make informed decisions about the issues that matter to them. Moreover, being aware of the potential biases and limitations of conservative communication can help promote more nuanced and balanced discussions, ultimately leading to a more informed and engaged citizenry.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Challenges in Communicating Conservative Ideologies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Balancing individual freedom with collective responsibility</a:t>
            </a:r>
          </a:p>
          <a:p>
            <a:pPr>
              <a:spcBef>
                <a:spcPts val="1000"/>
              </a:spcBef>
              <a:spcAft>
                <a:spcPts val="1000"/>
              </a:spcAft>
              <a:defRPr sz="2000">
                <a:solidFill>
                  <a:srgbClr val="323232"/>
                </a:solidFill>
              </a:defRPr>
            </a:pPr>
            <a:r>
              <a:t>Addressing issues of social justice and inequality</a:t>
            </a:r>
          </a:p>
          <a:p>
            <a:pPr>
              <a:spcBef>
                <a:spcPts val="1000"/>
              </a:spcBef>
              <a:spcAft>
                <a:spcPts val="1000"/>
              </a:spcAft>
              <a:defRPr sz="2000">
                <a:solidFill>
                  <a:srgbClr val="323232"/>
                </a:solidFill>
              </a:defRPr>
            </a:pPr>
            <a:r>
              <a:t>Navigating the complexities of global politics and international relations</a:t>
            </a:r>
          </a:p>
          <a:p>
            <a:pPr>
              <a:spcBef>
                <a:spcPts val="1000"/>
              </a:spcBef>
              <a:spcAft>
                <a:spcPts val="1000"/>
              </a:spcAft>
              <a:defRPr sz="2000">
                <a:solidFill>
                  <a:srgbClr val="323232"/>
                </a:solidFill>
              </a:defRPr>
            </a:pPr>
            <a:r>
              <a:t>Responding to criticisms of conservative ideologies as outdated or rigid</a:t>
            </a:r>
          </a:p>
          <a:p>
            <a:pPr>
              <a:spcBef>
                <a:spcPts val="1000"/>
              </a:spcBef>
              <a:spcAft>
                <a:spcPts val="1000"/>
              </a:spcAft>
              <a:defRPr sz="2000">
                <a:solidFill>
                  <a:srgbClr val="323232"/>
                </a:solidFill>
              </a:defRPr>
            </a:pPr>
            <a:r>
              <a:t>Adapting to changing demographics and societal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 Effective Communication in a Polarized Environment</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Effective communication is critical in a polarized political environment, where different ideologies and values often clash. By understanding the core principles of conservatism and its impact on political messaging, individuals can develop a more nuanced appreciation for the complexities of political discourse. Moreover, by recognizing the challenges and limitations of conservative communication, individuals can work towards promoting more inclusive, balanced, and respectful discussions, ultimately contributing to a more informed and engaged citizenry.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