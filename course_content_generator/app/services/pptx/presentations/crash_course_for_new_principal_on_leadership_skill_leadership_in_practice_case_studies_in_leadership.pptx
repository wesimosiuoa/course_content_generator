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Case Studies in Leadership</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Leadership in Practice for New Principals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Characteristics of Effective Leaders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Clear vision and communication</a:t>
            </a:r>
          </a:p>
          <a:p>
            <a:pPr>
              <a:spcBef>
                <a:spcPts val="1000"/>
              </a:spcBef>
              <a:spcAft>
                <a:spcPts val="1000"/>
              </a:spcAft>
              <a:defRPr sz="2000">
                <a:solidFill>
                  <a:srgbClr val="323232"/>
                </a:solidFill>
              </a:defRPr>
            </a:pPr>
            <a:r>
              <a:t>Emotional intelligence and empathy</a:t>
            </a:r>
          </a:p>
          <a:p>
            <a:pPr>
              <a:spcBef>
                <a:spcPts val="1000"/>
              </a:spcBef>
              <a:spcAft>
                <a:spcPts val="1000"/>
              </a:spcAft>
              <a:defRPr sz="2000">
                <a:solidFill>
                  <a:srgbClr val="323232"/>
                </a:solidFill>
              </a:defRPr>
            </a:pPr>
            <a:r>
              <a:t>Strategic thinking and problem-solving</a:t>
            </a:r>
          </a:p>
          <a:p>
            <a:pPr>
              <a:spcBef>
                <a:spcPts val="1000"/>
              </a:spcBef>
              <a:spcAft>
                <a:spcPts val="1000"/>
              </a:spcAft>
              <a:defRPr sz="2000">
                <a:solidFill>
                  <a:srgbClr val="323232"/>
                </a:solidFill>
              </a:defRPr>
            </a:pPr>
            <a:r>
              <a:t>Collaboration and teamwork</a:t>
            </a:r>
          </a:p>
          <a:p>
            <a:pPr>
              <a:spcBef>
                <a:spcPts val="1000"/>
              </a:spcBef>
              <a:spcAft>
                <a:spcPts val="1000"/>
              </a:spcAft>
              <a:defRPr sz="2000">
                <a:solidFill>
                  <a:srgbClr val="323232"/>
                </a:solidFill>
              </a:defRPr>
            </a:pPr>
            <a:r>
              <a:t>Adaptability and resilience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Introduction to Case Studies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This lesson presents real-life case studies of effective leadership, highlighting the challenges and successes of principals in various educational settings. These case studies will provide valuable insights into the application of leadership skills, demonstrating how principals can make a positive impact on their schools and communities.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Benefits of Case Studies in Leadership Development</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Improved decision-making and problem-solving</a:t>
            </a:r>
          </a:p>
          <a:p>
            <a:pPr>
              <a:spcBef>
                <a:spcPts val="1000"/>
              </a:spcBef>
              <a:spcAft>
                <a:spcPts val="1000"/>
              </a:spcAft>
              <a:defRPr sz="2000">
                <a:solidFill>
                  <a:srgbClr val="323232"/>
                </a:solidFill>
              </a:defRPr>
            </a:pPr>
            <a:r>
              <a:t>Enhanced critical thinking and reflection</a:t>
            </a:r>
          </a:p>
          <a:p>
            <a:pPr>
              <a:spcBef>
                <a:spcPts val="1000"/>
              </a:spcBef>
              <a:spcAft>
                <a:spcPts val="1000"/>
              </a:spcAft>
              <a:defRPr sz="2000">
                <a:solidFill>
                  <a:srgbClr val="323232"/>
                </a:solidFill>
              </a:defRPr>
            </a:pPr>
            <a:r>
              <a:t>Developing emotional intelligence and empathy</a:t>
            </a:r>
          </a:p>
          <a:p>
            <a:pPr>
              <a:spcBef>
                <a:spcPts val="1000"/>
              </a:spcBef>
              <a:spcAft>
                <a:spcPts val="1000"/>
              </a:spcAft>
              <a:defRPr sz="2000">
                <a:solidFill>
                  <a:srgbClr val="323232"/>
                </a:solidFill>
              </a:defRPr>
            </a:pPr>
            <a:r>
              <a:t>Building collaboration and teamwork skills</a:t>
            </a:r>
          </a:p>
          <a:p>
            <a:pPr>
              <a:spcBef>
                <a:spcPts val="1000"/>
              </a:spcBef>
              <a:spcAft>
                <a:spcPts val="1000"/>
              </a:spcAft>
              <a:defRPr sz="2000">
                <a:solidFill>
                  <a:srgbClr val="323232"/>
                </a:solidFill>
              </a:defRPr>
            </a:pPr>
            <a:r>
              <a:t>Fostering a growth mindset and adaptability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This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study of case studies in leadership is essential for new principals, as it provides them with the opportunity to learn from real-life experiences, challenges, and successes. By analyzing these case studies, principals can develop a deeper understanding of the complexities of leadership, refine their skills, and make informed decisions that positively impact their schools and communities.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 from Case Studies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Effective leaders prioritize relationships and communication</a:t>
            </a:r>
          </a:p>
          <a:p>
            <a:pPr>
              <a:spcBef>
                <a:spcPts val="1000"/>
              </a:spcBef>
              <a:spcAft>
                <a:spcPts val="1000"/>
              </a:spcAft>
              <a:defRPr sz="2000">
                <a:solidFill>
                  <a:srgbClr val="323232"/>
                </a:solidFill>
              </a:defRPr>
            </a:pPr>
            <a:r>
              <a:t>Leaders must be adaptable and resilient in the face of challenges</a:t>
            </a:r>
          </a:p>
          <a:p>
            <a:pPr>
              <a:spcBef>
                <a:spcPts val="1000"/>
              </a:spcBef>
              <a:spcAft>
                <a:spcPts val="1000"/>
              </a:spcAft>
              <a:defRPr sz="2000">
                <a:solidFill>
                  <a:srgbClr val="323232"/>
                </a:solidFill>
              </a:defRPr>
            </a:pPr>
            <a:r>
              <a:t>Collaboration and teamwork are essential for achieving goals</a:t>
            </a:r>
          </a:p>
          <a:p>
            <a:pPr>
              <a:spcBef>
                <a:spcPts val="1000"/>
              </a:spcBef>
              <a:spcAft>
                <a:spcPts val="1000"/>
              </a:spcAft>
              <a:defRPr sz="2000">
                <a:solidFill>
                  <a:srgbClr val="323232"/>
                </a:solidFill>
              </a:defRPr>
            </a:pPr>
            <a:r>
              <a:t>Emotional intelligence and empathy are critical leadership skills</a:t>
            </a:r>
          </a:p>
          <a:p>
            <a:pPr>
              <a:spcBef>
                <a:spcPts val="1000"/>
              </a:spcBef>
              <a:spcAft>
                <a:spcPts val="1000"/>
              </a:spcAft>
              <a:defRPr sz="2000">
                <a:solidFill>
                  <a:srgbClr val="323232"/>
                </a:solidFill>
              </a:defRPr>
            </a:pPr>
            <a:r>
              <a:t>Continuous learning and reflection are essential for growth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Summary and Application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conclusion, the case studies presented in this lesson demonstrate the importance of effective leadership in educational settings. As new principals, it is essential to apply the lessons learned from these case studies to your own practice, prioritizing relationships, communication, collaboration, and continuous learning. By doing so, you will be well-equipped to make a positive impact on your school and community, and to develop into a highly effective leader.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