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Introduction to Leadership</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Crash Course for New Principals on Leadership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What is Leadership?</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Leadership is the process of influencing others to achieve a common goal. It involves setting direction, building trust, and motivating individuals to work together towards a shared vision. Effective leaders possess a combination of skills, including communication, problem-solving, and decision-making, which enable them to inspire and guide their teams.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Leadership Styles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Autocratic: centralized decision-making</a:t>
            </a:r>
          </a:p>
          <a:p>
            <a:pPr>
              <a:spcBef>
                <a:spcPts val="1000"/>
              </a:spcBef>
              <a:spcAft>
                <a:spcPts val="1000"/>
              </a:spcAft>
              <a:defRPr sz="2000">
                <a:solidFill>
                  <a:srgbClr val="323232"/>
                </a:solidFill>
              </a:defRPr>
            </a:pPr>
            <a:r>
              <a:t>Democratic: collaborative decision-making</a:t>
            </a:r>
          </a:p>
          <a:p>
            <a:pPr>
              <a:spcBef>
                <a:spcPts val="1000"/>
              </a:spcBef>
              <a:spcAft>
                <a:spcPts val="1000"/>
              </a:spcAft>
              <a:defRPr sz="2000">
                <a:solidFill>
                  <a:srgbClr val="323232"/>
                </a:solidFill>
              </a:defRPr>
            </a:pPr>
            <a:r>
              <a:t>Laissez-Faire: minimal involvement</a:t>
            </a:r>
          </a:p>
          <a:p>
            <a:pPr>
              <a:spcBef>
                <a:spcPts val="1000"/>
              </a:spcBef>
              <a:spcAft>
                <a:spcPts val="1000"/>
              </a:spcAft>
              <a:defRPr sz="2000">
                <a:solidFill>
                  <a:srgbClr val="323232"/>
                </a:solidFill>
              </a:defRPr>
            </a:pPr>
            <a:r>
              <a:t>Transformational: inspiring and empowering</a:t>
            </a:r>
          </a:p>
          <a:p>
            <a:pPr>
              <a:spcBef>
                <a:spcPts val="1000"/>
              </a:spcBef>
              <a:spcAft>
                <a:spcPts val="1000"/>
              </a:spcAft>
              <a:defRPr sz="2000">
                <a:solidFill>
                  <a:srgbClr val="323232"/>
                </a:solidFill>
              </a:defRPr>
            </a:pPr>
            <a:r>
              <a:t>Servant: prioritizing team needs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Leadership Styles Matter</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different leadership styles is crucial for effective leadership. Each style has its strengths and weaknesses, and the most successful leaders are able to adapt their approach to suit the situation and the needs of their team. By recognizing the impact of their leadership style, principals can create a positive and productive school culture, improve student outcomes, and enhance teacher morale.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Characteristics of Effective Leaders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Strong communication skills</a:t>
            </a:r>
          </a:p>
          <a:p>
            <a:pPr>
              <a:spcBef>
                <a:spcPts val="1000"/>
              </a:spcBef>
              <a:spcAft>
                <a:spcPts val="1000"/>
              </a:spcAft>
              <a:defRPr sz="2000">
                <a:solidFill>
                  <a:srgbClr val="323232"/>
                </a:solidFill>
              </a:defRPr>
            </a:pPr>
            <a:r>
              <a:t>Emotional intelligence</a:t>
            </a:r>
          </a:p>
          <a:p>
            <a:pPr>
              <a:spcBef>
                <a:spcPts val="1000"/>
              </a:spcBef>
              <a:spcAft>
                <a:spcPts val="1000"/>
              </a:spcAft>
              <a:defRPr sz="2000">
                <a:solidFill>
                  <a:srgbClr val="323232"/>
                </a:solidFill>
              </a:defRPr>
            </a:pPr>
            <a:r>
              <a:t>Strategic thinking</a:t>
            </a:r>
          </a:p>
          <a:p>
            <a:pPr>
              <a:spcBef>
                <a:spcPts val="1000"/>
              </a:spcBef>
              <a:spcAft>
                <a:spcPts val="1000"/>
              </a:spcAft>
              <a:defRPr sz="2000">
                <a:solidFill>
                  <a:srgbClr val="323232"/>
                </a:solidFill>
              </a:defRPr>
            </a:pPr>
            <a:r>
              <a:t>Collaborative mindset</a:t>
            </a:r>
          </a:p>
          <a:p>
            <a:pPr>
              <a:spcBef>
                <a:spcPts val="1000"/>
              </a:spcBef>
              <a:spcAft>
                <a:spcPts val="1000"/>
              </a:spcAft>
              <a:defRPr sz="2000">
                <a:solidFill>
                  <a:srgbClr val="323232"/>
                </a:solidFill>
              </a:defRPr>
            </a:pPr>
            <a:r>
              <a:t>Adaptability and resilience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Developing effective leadership skills is essential for new principals to succeed in their roles. By understanding different leadership styles and their characteristics, principals can develop a leadership approach that is tailored to their school's unique needs and context. This, in turn, can lead to improved student outcomes, increased teacher job satisfaction, and a positive school culture.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Leadership styles impact school culture and outcomes</a:t>
            </a:r>
          </a:p>
          <a:p>
            <a:pPr>
              <a:spcBef>
                <a:spcPts val="1000"/>
              </a:spcBef>
              <a:spcAft>
                <a:spcPts val="1000"/>
              </a:spcAft>
              <a:defRPr sz="2000">
                <a:solidFill>
                  <a:srgbClr val="323232"/>
                </a:solidFill>
              </a:defRPr>
            </a:pPr>
            <a:r>
              <a:t>Effective leaders adapt their style to the situation</a:t>
            </a:r>
          </a:p>
          <a:p>
            <a:pPr>
              <a:spcBef>
                <a:spcPts val="1000"/>
              </a:spcBef>
              <a:spcAft>
                <a:spcPts val="1000"/>
              </a:spcAft>
              <a:defRPr sz="2000">
                <a:solidFill>
                  <a:srgbClr val="323232"/>
                </a:solidFill>
              </a:defRPr>
            </a:pPr>
            <a:r>
              <a:t>Developing emotional intelligence and communication skills is crucial</a:t>
            </a:r>
          </a:p>
          <a:p>
            <a:pPr>
              <a:spcBef>
                <a:spcPts val="1000"/>
              </a:spcBef>
              <a:spcAft>
                <a:spcPts val="1000"/>
              </a:spcAft>
              <a:defRPr sz="2000">
                <a:solidFill>
                  <a:srgbClr val="323232"/>
                </a:solidFill>
              </a:defRPr>
            </a:pPr>
            <a:r>
              <a:t>Collaboration and strategic thinking are essential leadership skills</a:t>
            </a:r>
          </a:p>
          <a:p>
            <a:pPr>
              <a:spcBef>
                <a:spcPts val="1000"/>
              </a:spcBef>
              <a:spcAft>
                <a:spcPts val="1000"/>
              </a:spcAft>
              <a:defRPr sz="2000">
                <a:solidFill>
                  <a:srgbClr val="323232"/>
                </a:solidFill>
              </a:defRPr>
            </a:pPr>
            <a:r>
              <a:t>Adaptability and resilience are key to successful leadership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8</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leadership styles play a critical role in shaping school culture and outcomes. By understanding the different leadership styles and their characteristics, new principals can develop a leadership approach that is tailored to their school's unique needs and context. By adapting their style, developing key skills, and prioritizing collaboration and strategic thinking, principals can create a positive and productive school culture, improve student outcomes, and enhance teacher morale.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