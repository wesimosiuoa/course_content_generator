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Crash Course for New Principal on Leadership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967D2"/>
                </a:solidFill>
              </a:defRPr>
            </a:pPr>
            <a:r>
              <a:t>Module: Communication Skills - Lesson: Non-Verbal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 to Non-Verbal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Non-verbal communication plays a crucial role in leadership as it conveys a leader's attitude, emotions, and intentions. It encompasses facial expressions, body language, tone of voice, and other non-linguistic cues that can significantly impact how messages are perceived and interpreted by others. Effective leaders understand the importance of aligning their non-verbal cues with their verbal messages to avoid mixed signals and ensure clarity in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Types of Non-Verbal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Facial Expressions: Convey emotions and attitudes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Body Language: Posture, gestures, and proximity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Tone of Voice: Pitch, volume, and pace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Eye Contact: Engages the audience and shows interest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Touch: Physical contact that can convey comfort or aggression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Proximity: Physical distance that affects personal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Non-Verbal Communication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Non-verbal communication matters because it can either reinforce or contradict verbal messages. When non-verbal cues align with verbal messages, they enhance the credibility and impact of the communication. Conversely, when there is a mismatch, it can lead to confusion, mistrust, or misinterpretation. Leaders must be aware of their non-verbal communication to ensure that their intended message is conveyed effectively and to build strong, trusting relationships with their team 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of Effective Non-Verbal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Builds Trust and Credibility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Enhances Team Morale and Engagement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Improves Communication Clarity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Increases Leadership Influence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Fosters a Positive Work Environment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Supports Conflict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The key takeaway from this lesson is that non-verbal communication is a vital component of effective leadership. By being mindful of their non-verbal cues, leaders can communicate more effectively, build stronger relationships, and achieve their goals more efficiently. It is essential for new principals to develop an awareness of their non-verbal communication and to practice aligning it with their verbal messages to become more influential and successful leaders.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Action Plan for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Practice Self-Awareness of Non-Verbal Cues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Seek Feedback from Trusted Colleagues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Develop Consistency in Verbal and Non-Verbal Messages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Use Positive Body Language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Maintain Appropriate Eye Contact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Be Mindful of Tone and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