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1967D2"/>
                </a:solidFill>
              </a:defRPr>
            </a:pPr>
            <a:r>
              <a:t>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Only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one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Explore the main idea of Only one.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Connect Only one to Lesson.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Apply Only one with a short practical example.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Review and summarize Only one in your own words.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Understand the core idea of Lesson.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Connect Lesson to the goals of Module.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Identify practical applications of Lesson.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Review key terms and definitions for Lesson.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Lesson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  <a:defRPr sz="1700">
                <a:solidFill>
                  <a:srgbClr val="323232"/>
                </a:solidFill>
              </a:defRPr>
            </a:pPr>
            <a:r>
              <a:t>Overview of Lesson. This lesson covers essential ideas in Lesson within Module, preparing you to apply the concepts confidently.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ideas in Lesson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Understand the core idea of Lesson.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Connect Lesson to the goals of Module.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Identify practical applications of Lesson.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Review key terms and definitions for Lesson.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Apply Lesson concepts in a simple example.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this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Mastering Lesson strengthens understanding of Module.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These skills transfer to related topics across Course.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Clear foundations reduce mistakes when tackling advanced work.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Practical awareness helps you evaluate real examples more carefully.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67D2"/>
          </a:solidFill>
          <a:ln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Practice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Review key terms and definitions for Lesson.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Apply Lesson concepts in a simple example.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Reflect on how Lesson supports the course Course.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