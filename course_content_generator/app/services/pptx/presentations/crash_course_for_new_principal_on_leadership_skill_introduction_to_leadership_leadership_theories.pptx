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Leadership: Leadership Theories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Crash Course for New Principals on Leadership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What are Leadership Theories?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Leadership theories are conceptual frameworks that describe the nature of leadership, how it is exercised, and its impact on individuals and organizations. These theories provide a foundation for understanding the complexities of leadership and offer insights into the behaviors, traits, and skills required to lead effectively. Understanding leadership theories is essential for new principals, as it enables them to develop a personal leadership style and approach that suits their context and needs.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Major Leadership Theories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Trait Theory: focuses on the personal characteristics of leaders</a:t>
            </a:r>
          </a:p>
          <a:p>
            <a:pPr>
              <a:spcBef>
                <a:spcPts val="1000"/>
              </a:spcBef>
              <a:spcAft>
                <a:spcPts val="1000"/>
              </a:spcAft>
              <a:defRPr sz="2000">
                <a:solidFill>
                  <a:srgbClr val="323232"/>
                </a:solidFill>
              </a:defRPr>
            </a:pPr>
            <a:r>
              <a:t>Behavioral Theory: emphasizes the actions and behaviors of leaders</a:t>
            </a:r>
          </a:p>
          <a:p>
            <a:pPr>
              <a:spcBef>
                <a:spcPts val="1000"/>
              </a:spcBef>
              <a:spcAft>
                <a:spcPts val="1000"/>
              </a:spcAft>
              <a:defRPr sz="2000">
                <a:solidFill>
                  <a:srgbClr val="323232"/>
                </a:solidFill>
              </a:defRPr>
            </a:pPr>
            <a:r>
              <a:t>Contingency Theory: suggests that effective leadership depends on the situation</a:t>
            </a:r>
          </a:p>
          <a:p>
            <a:pPr>
              <a:spcBef>
                <a:spcPts val="1000"/>
              </a:spcBef>
              <a:spcAft>
                <a:spcPts val="1000"/>
              </a:spcAft>
              <a:defRPr sz="2000">
                <a:solidFill>
                  <a:srgbClr val="323232"/>
                </a:solidFill>
              </a:defRPr>
            </a:pPr>
            <a:r>
              <a:t>Transformational Theory: focuses on inspiring and motivating followers</a:t>
            </a:r>
          </a:p>
          <a:p>
            <a:pPr>
              <a:spcBef>
                <a:spcPts val="1000"/>
              </a:spcBef>
              <a:spcAft>
                <a:spcPts val="1000"/>
              </a:spcAft>
              <a:defRPr sz="2000">
                <a:solidFill>
                  <a:srgbClr val="323232"/>
                </a:solidFill>
              </a:defRPr>
            </a:pPr>
            <a:r>
              <a:t>Servant Leadership Theory: prioritizes the needs of followers and the organization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Application of Leadership Theories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application of leadership theories is crucial in educational settings, as it can significantly impact student outcomes, teacher morale, and school culture. For instance, a principal who adopts a transformational leadership approach may focus on building a shared vision, fostering collaboration, and empowering teachers to take ownership of their practice. In contrast, a principal who adopts a servant leadership approach may prioritize building relationships, listening to stakeholders, and addressing the needs of the school community.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Leadership Theories Matter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Inform leadership development and training programs</a:t>
            </a:r>
          </a:p>
          <a:p>
            <a:pPr>
              <a:spcBef>
                <a:spcPts val="1000"/>
              </a:spcBef>
              <a:spcAft>
                <a:spcPts val="1000"/>
              </a:spcAft>
              <a:defRPr sz="2000">
                <a:solidFill>
                  <a:srgbClr val="323232"/>
                </a:solidFill>
              </a:defRPr>
            </a:pPr>
            <a:r>
              <a:t>Guide decision-making and problem-solving</a:t>
            </a:r>
          </a:p>
          <a:p>
            <a:pPr>
              <a:spcBef>
                <a:spcPts val="1000"/>
              </a:spcBef>
              <a:spcAft>
                <a:spcPts val="1000"/>
              </a:spcAft>
              <a:defRPr sz="2000">
                <a:solidFill>
                  <a:srgbClr val="323232"/>
                </a:solidFill>
              </a:defRPr>
            </a:pPr>
            <a:r>
              <a:t>Enhance leadership effectiveness and impact</a:t>
            </a:r>
          </a:p>
          <a:p>
            <a:pPr>
              <a:spcBef>
                <a:spcPts val="1000"/>
              </a:spcBef>
              <a:spcAft>
                <a:spcPts val="1000"/>
              </a:spcAft>
              <a:defRPr sz="2000">
                <a:solidFill>
                  <a:srgbClr val="323232"/>
                </a:solidFill>
              </a:defRPr>
            </a:pPr>
            <a:r>
              <a:t>Foster a positive and productive school culture</a:t>
            </a:r>
          </a:p>
          <a:p>
            <a:pPr>
              <a:spcBef>
                <a:spcPts val="1000"/>
              </a:spcBef>
              <a:spcAft>
                <a:spcPts val="1000"/>
              </a:spcAft>
              <a:defRPr sz="2000">
                <a:solidFill>
                  <a:srgbClr val="323232"/>
                </a:solidFill>
              </a:defRPr>
            </a:pPr>
            <a:r>
              <a:t>Support the development of a personal leadership style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understanding leadership theories is essential for new principals, as it provides a foundation for developing a personal leadership style and approach that suits their context and needs. By applying leadership theories, principals can enhance their effectiveness, foster a positive school culture, and ultimately improve student outcomes. As new principals navigate the complexities of leadership, it is crucial that they remain aware of the theories that underpin their practice and continue to develop their leadership skills and knowledge.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Next Steps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Reflect on your own leadership style and approach</a:t>
            </a:r>
          </a:p>
          <a:p>
            <a:pPr>
              <a:spcBef>
                <a:spcPts val="1000"/>
              </a:spcBef>
              <a:spcAft>
                <a:spcPts val="1000"/>
              </a:spcAft>
              <a:defRPr sz="2000">
                <a:solidFill>
                  <a:srgbClr val="323232"/>
                </a:solidFill>
              </a:defRPr>
            </a:pPr>
            <a:r>
              <a:t>Explore different leadership theories and their applications</a:t>
            </a:r>
          </a:p>
          <a:p>
            <a:pPr>
              <a:spcBef>
                <a:spcPts val="1000"/>
              </a:spcBef>
              <a:spcAft>
                <a:spcPts val="1000"/>
              </a:spcAft>
              <a:defRPr sz="2000">
                <a:solidFill>
                  <a:srgbClr val="323232"/>
                </a:solidFill>
              </a:defRPr>
            </a:pPr>
            <a:r>
              <a:t>Seek feedback from colleagues and stakeholders</a:t>
            </a:r>
          </a:p>
          <a:p>
            <a:pPr>
              <a:spcBef>
                <a:spcPts val="1000"/>
              </a:spcBef>
              <a:spcAft>
                <a:spcPts val="1000"/>
              </a:spcAft>
              <a:defRPr sz="2000">
                <a:solidFill>
                  <a:srgbClr val="323232"/>
                </a:solidFill>
              </a:defRPr>
            </a:pPr>
            <a:r>
              <a:t>Develop a plan to enhance your leadership skills and knowledge</a:t>
            </a:r>
          </a:p>
          <a:p>
            <a:pPr>
              <a:spcBef>
                <a:spcPts val="1000"/>
              </a:spcBef>
              <a:spcAft>
                <a:spcPts val="1000"/>
              </a:spcAft>
              <a:defRPr sz="2000">
                <a:solidFill>
                  <a:srgbClr val="323232"/>
                </a:solidFill>
              </a:defRPr>
            </a:pPr>
            <a:r>
              <a:t>Stay up-to-date with the latest research and best practices in leadership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