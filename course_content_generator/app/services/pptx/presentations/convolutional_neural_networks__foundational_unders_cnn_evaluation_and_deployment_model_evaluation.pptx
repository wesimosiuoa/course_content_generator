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CNN Evaluation and Deployment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Module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Accuracy</a:t>
            </a:r>
          </a:p>
          <a:p>
            <a:pPr/>
            <a:r>
              <a:t>Precision</a:t>
            </a:r>
          </a:p>
          <a:p>
            <a:pPr/>
            <a:r>
              <a:t>Recall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 Loss</a:t>
            </a:r>
          </a:p>
          <a:p>
            <a:pPr/>
            <a:r>
              <a:t>Test Loss</a:t>
            </a:r>
          </a:p>
          <a:p>
            <a:pPr/>
            <a:r>
              <a:t>F1 Score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Model Evaluation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Techniques and Considerations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Cross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 Fold</a:t>
            </a:r>
          </a:p>
          <a:p>
            <a:pPr/>
            <a:r>
              <a:t>Stratified</a:t>
            </a:r>
          </a:p>
          <a:p>
            <a:pPr/>
            <a:r>
              <a:t>Grid Search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Overfitting Prevention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Dropout</a:t>
            </a:r>
          </a:p>
          <a:p>
            <a:pPr/>
            <a:r>
              <a:t>Regularization</a:t>
            </a:r>
          </a:p>
          <a:p>
            <a:pPr/>
            <a:r>
              <a:t>Data Aug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Advanced Evaluation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Specialized Metrics and Techniques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 Imbalance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Oversample</a:t>
            </a:r>
          </a:p>
          <a:p>
            <a:pPr/>
            <a:r>
              <a:t>Undersample</a:t>
            </a:r>
          </a:p>
          <a:p>
            <a:pPr/>
            <a:r>
              <a:t>SMOTE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Adversarial Attacks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FGSM</a:t>
            </a:r>
          </a:p>
          <a:p>
            <a:pPr/>
            <a:r>
              <a:t>PGD</a:t>
            </a:r>
          </a:p>
          <a:p>
            <a:pPr/>
            <a:r>
              <a:t>Adversarial Training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