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Introduction to Leadership</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Crash Course for New Principals on Leadership Skills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What is Leadership?</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Leadership is the process of influencing and guiding individuals or teams to achieve a common goal. It involves setting direction, building trust, and empowering others to take action. Effective leaders inspire and motivate their followers to work towards a shared vision, and they create an environment that fosters growth, innovation, and success.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Characteristics of a Leader</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Visionary thinking</a:t>
            </a:r>
          </a:p>
          <a:p>
            <a:pPr>
              <a:spcBef>
                <a:spcPts val="1000"/>
              </a:spcBef>
              <a:spcAft>
                <a:spcPts val="1000"/>
              </a:spcAft>
              <a:defRPr sz="2000">
                <a:solidFill>
                  <a:srgbClr val="323232"/>
                </a:solidFill>
              </a:defRPr>
            </a:pPr>
            <a:r>
              <a:t>Strong communication skills</a:t>
            </a:r>
          </a:p>
          <a:p>
            <a:pPr>
              <a:spcBef>
                <a:spcPts val="1000"/>
              </a:spcBef>
              <a:spcAft>
                <a:spcPts val="1000"/>
              </a:spcAft>
              <a:defRPr sz="2000">
                <a:solidFill>
                  <a:srgbClr val="323232"/>
                </a:solidFill>
              </a:defRPr>
            </a:pPr>
            <a:r>
              <a:t>Emotional intelligence</a:t>
            </a:r>
          </a:p>
          <a:p>
            <a:pPr>
              <a:spcBef>
                <a:spcPts val="1000"/>
              </a:spcBef>
              <a:spcAft>
                <a:spcPts val="1000"/>
              </a:spcAft>
              <a:defRPr sz="2000">
                <a:solidFill>
                  <a:srgbClr val="323232"/>
                </a:solidFill>
              </a:defRPr>
            </a:pPr>
            <a:r>
              <a:t>Strategic decision-making</a:t>
            </a:r>
          </a:p>
          <a:p>
            <a:pPr>
              <a:spcBef>
                <a:spcPts val="1000"/>
              </a:spcBef>
              <a:spcAft>
                <a:spcPts val="1000"/>
              </a:spcAft>
              <a:defRPr sz="2000">
                <a:solidFill>
                  <a:srgbClr val="323232"/>
                </a:solidFill>
              </a:defRPr>
            </a:pPr>
            <a:r>
              <a:t>Collaboration and teamwork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Importance of Leadership in Organizations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Leadership plays a critical role in the success of any organization. It sets the tone for the culture, drives innovation and growth, and helps to build trust and loyalty among employees and stakeholders. Without effective leadership, organizations can struggle to achieve their goals, and may even fail to survive in a rapidly changing environment.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Leadership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Drives organizational performance and success</a:t>
            </a:r>
          </a:p>
          <a:p>
            <a:pPr>
              <a:spcBef>
                <a:spcPts val="1000"/>
              </a:spcBef>
              <a:spcAft>
                <a:spcPts val="1000"/>
              </a:spcAft>
              <a:defRPr sz="2000">
                <a:solidFill>
                  <a:srgbClr val="323232"/>
                </a:solidFill>
              </a:defRPr>
            </a:pPr>
            <a:r>
              <a:t>Inspires and motivates employees</a:t>
            </a:r>
          </a:p>
          <a:p>
            <a:pPr>
              <a:spcBef>
                <a:spcPts val="1000"/>
              </a:spcBef>
              <a:spcAft>
                <a:spcPts val="1000"/>
              </a:spcAft>
              <a:defRPr sz="2000">
                <a:solidFill>
                  <a:srgbClr val="323232"/>
                </a:solidFill>
              </a:defRPr>
            </a:pPr>
            <a:r>
              <a:t>Fosters a positive and productive work culture</a:t>
            </a:r>
          </a:p>
          <a:p>
            <a:pPr>
              <a:spcBef>
                <a:spcPts val="1000"/>
              </a:spcBef>
              <a:spcAft>
                <a:spcPts val="1000"/>
              </a:spcAft>
              <a:defRPr sz="2000">
                <a:solidFill>
                  <a:srgbClr val="323232"/>
                </a:solidFill>
              </a:defRPr>
            </a:pPr>
            <a:r>
              <a:t>Encourages innovation and creativity</a:t>
            </a:r>
          </a:p>
          <a:p>
            <a:pPr>
              <a:spcBef>
                <a:spcPts val="1000"/>
              </a:spcBef>
              <a:spcAft>
                <a:spcPts val="1000"/>
              </a:spcAft>
              <a:defRPr sz="2000">
                <a:solidFill>
                  <a:srgbClr val="323232"/>
                </a:solidFill>
              </a:defRPr>
            </a:pPr>
            <a:r>
              <a:t>Builds trust and loyalty among stakeholders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Real-World Example of Effective Leadership</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A great example of effective leadership is Howard Schultz, the former CEO of Starbucks. Under his leadership, the company transformed from a small coffee shop into a global brand, known for its commitment to social responsibility and customer experience. Schultz's leadership style, which emphasized employee empowerment, community engagement, and customer satisfaction, helped to drive the company's success and create a loyal customer base.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Leadership is a critical component of organizational success</a:t>
            </a:r>
          </a:p>
          <a:p>
            <a:pPr>
              <a:spcBef>
                <a:spcPts val="1000"/>
              </a:spcBef>
              <a:spcAft>
                <a:spcPts val="1000"/>
              </a:spcAft>
              <a:defRPr sz="2000">
                <a:solidFill>
                  <a:srgbClr val="323232"/>
                </a:solidFill>
              </a:defRPr>
            </a:pPr>
            <a:r>
              <a:t>Effective leaders inspire and motivate their followers</a:t>
            </a:r>
          </a:p>
          <a:p>
            <a:pPr>
              <a:spcBef>
                <a:spcPts val="1000"/>
              </a:spcBef>
              <a:spcAft>
                <a:spcPts val="1000"/>
              </a:spcAft>
              <a:defRPr sz="2000">
                <a:solidFill>
                  <a:srgbClr val="323232"/>
                </a:solidFill>
              </a:defRPr>
            </a:pPr>
            <a:r>
              <a:t>Leadership involves setting direction, building trust, and empowering others</a:t>
            </a:r>
          </a:p>
          <a:p>
            <a:pPr>
              <a:spcBef>
                <a:spcPts val="1000"/>
              </a:spcBef>
              <a:spcAft>
                <a:spcPts val="1000"/>
              </a:spcAft>
              <a:defRPr sz="2000">
                <a:solidFill>
                  <a:srgbClr val="323232"/>
                </a:solidFill>
              </a:defRPr>
            </a:pPr>
            <a:r>
              <a:t>Leaders must be adaptable, resilient, and open to feedback and learning</a:t>
            </a:r>
          </a:p>
          <a:p>
            <a:pPr>
              <a:spcBef>
                <a:spcPts val="1000"/>
              </a:spcBef>
              <a:spcAft>
                <a:spcPts val="1000"/>
              </a:spcAft>
              <a:defRPr sz="2000">
                <a:solidFill>
                  <a:srgbClr val="323232"/>
                </a:solidFill>
              </a:defRPr>
            </a:pPr>
            <a:r>
              <a:t>Developing leadership skills takes time, effort, and practice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