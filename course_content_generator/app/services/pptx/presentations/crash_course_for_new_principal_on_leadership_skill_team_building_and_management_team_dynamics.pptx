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 on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Team Building and Management - Lesson: Team Dynamics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Team Dynamics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Team dynamics play a crucial role in achieving organizational goals. It refers to the interactions, relationships, and processes that occur within a team. Understanding team dynamics is essential for leaders to build a cohesive, productive, and high-performing team. Effective team dynamics can lead to improved communication, increased collaboration, and enhanced problem-solving skills, ultimately driving the organization towards its objectives.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Components of Team Dynamics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Clear communication and active listening</a:t>
            </a:r>
          </a:p>
          <a:p>
            <a:pPr>
              <a:spcBef>
                <a:spcPts val="1000"/>
              </a:spcBef>
              <a:spcAft>
                <a:spcPts val="1000"/>
              </a:spcAft>
              <a:defRPr sz="2000">
                <a:solidFill>
                  <a:srgbClr val="323232"/>
                </a:solidFill>
              </a:defRPr>
            </a:pPr>
            <a:r>
              <a:t>Defined roles and responsibilities</a:t>
            </a:r>
          </a:p>
          <a:p>
            <a:pPr>
              <a:spcBef>
                <a:spcPts val="1000"/>
              </a:spcBef>
              <a:spcAft>
                <a:spcPts val="1000"/>
              </a:spcAft>
              <a:defRPr sz="2000">
                <a:solidFill>
                  <a:srgbClr val="323232"/>
                </a:solidFill>
              </a:defRPr>
            </a:pPr>
            <a:r>
              <a:t>Trust and respect among team members</a:t>
            </a:r>
          </a:p>
          <a:p>
            <a:pPr>
              <a:spcBef>
                <a:spcPts val="1000"/>
              </a:spcBef>
              <a:spcAft>
                <a:spcPts val="1000"/>
              </a:spcAft>
              <a:defRPr sz="2000">
                <a:solidFill>
                  <a:srgbClr val="323232"/>
                </a:solidFill>
              </a:defRPr>
            </a:pPr>
            <a:r>
              <a:t>Emphasis on collective goals and objectives</a:t>
            </a:r>
          </a:p>
          <a:p>
            <a:pPr>
              <a:spcBef>
                <a:spcPts val="1000"/>
              </a:spcBef>
              <a:spcAft>
                <a:spcPts val="1000"/>
              </a:spcAft>
              <a:defRPr sz="2000">
                <a:solidFill>
                  <a:srgbClr val="323232"/>
                </a:solidFill>
              </a:defRPr>
            </a:pPr>
            <a:r>
              <a:t>Open feedback and constructive criticism</a:t>
            </a:r>
          </a:p>
          <a:p>
            <a:pPr>
              <a:spcBef>
                <a:spcPts val="1000"/>
              </a:spcBef>
              <a:spcAft>
                <a:spcPts val="1000"/>
              </a:spcAft>
              <a:defRPr sz="2000">
                <a:solidFill>
                  <a:srgbClr val="323232"/>
                </a:solidFill>
              </a:defRPr>
            </a:pPr>
            <a:r>
              <a:t>Adaptability and flexibility in response to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Diversity in Team Dynamics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Diverse teams bring unique perspectives, experiences, and ideas, leading to more innovative solutions and better decision-making. Leaders should strive to build teams that are inclusive and diverse, fostering an environment where everyone feels valued and empowered to contribute. By leveraging diversity, teams can tap into a broader range of skills, knowledge, and expertise, ultimately driving organizational success.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Team Dynamics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Enhanced collaboration and cooperation</a:t>
            </a:r>
          </a:p>
          <a:p>
            <a:pPr>
              <a:spcBef>
                <a:spcPts val="1000"/>
              </a:spcBef>
              <a:spcAft>
                <a:spcPts val="1000"/>
              </a:spcAft>
              <a:defRPr sz="2000">
                <a:solidFill>
                  <a:srgbClr val="323232"/>
                </a:solidFill>
              </a:defRPr>
            </a:pPr>
            <a:r>
              <a:t>Improved problem-solving and decision-making</a:t>
            </a:r>
          </a:p>
          <a:p>
            <a:pPr>
              <a:spcBef>
                <a:spcPts val="1000"/>
              </a:spcBef>
              <a:spcAft>
                <a:spcPts val="1000"/>
              </a:spcAft>
              <a:defRPr sz="2000">
                <a:solidFill>
                  <a:srgbClr val="323232"/>
                </a:solidFill>
              </a:defRPr>
            </a:pPr>
            <a:r>
              <a:t>Increased job satisfaction and employee engagement</a:t>
            </a:r>
          </a:p>
          <a:p>
            <a:pPr>
              <a:spcBef>
                <a:spcPts val="1000"/>
              </a:spcBef>
              <a:spcAft>
                <a:spcPts val="1000"/>
              </a:spcAft>
              <a:defRPr sz="2000">
                <a:solidFill>
                  <a:srgbClr val="323232"/>
                </a:solidFill>
              </a:defRPr>
            </a:pPr>
            <a:r>
              <a:t>Better adaptation to change and uncertainty</a:t>
            </a:r>
          </a:p>
          <a:p>
            <a:pPr>
              <a:spcBef>
                <a:spcPts val="1000"/>
              </a:spcBef>
              <a:spcAft>
                <a:spcPts val="1000"/>
              </a:spcAft>
              <a:defRPr sz="2000">
                <a:solidFill>
                  <a:srgbClr val="323232"/>
                </a:solidFill>
              </a:defRPr>
            </a:pPr>
            <a:r>
              <a:t>Enhanced reputation and credibility</a:t>
            </a:r>
          </a:p>
          <a:p>
            <a:pPr>
              <a:spcBef>
                <a:spcPts val="1000"/>
              </a:spcBef>
              <a:spcAft>
                <a:spcPts val="1000"/>
              </a:spcAft>
              <a:defRPr sz="2000">
                <a:solidFill>
                  <a:srgbClr val="323232"/>
                </a:solidFill>
              </a:defRPr>
            </a:pPr>
            <a:r>
              <a:t>Improved overall performance and productivity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Building Effective Team Dynamics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Leaders can build effective team dynamics by establishing clear expectations, fostering open communication, and encouraging collaboration. They should also focus on developing the skills and abilities of individual team members, providing opportunities for growth and development. By doing so, leaders can create a positive and productive team culture, driving the team towards achieving its goals and objectives.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Team dynamics is critical to achieving organizational goals</a:t>
            </a:r>
          </a:p>
          <a:p>
            <a:pPr>
              <a:spcBef>
                <a:spcPts val="1000"/>
              </a:spcBef>
              <a:spcAft>
                <a:spcPts val="1000"/>
              </a:spcAft>
              <a:defRPr sz="2000">
                <a:solidFill>
                  <a:srgbClr val="323232"/>
                </a:solidFill>
              </a:defRPr>
            </a:pPr>
            <a:r>
              <a:t>Leaders should focus on building a cohesive and productive team</a:t>
            </a:r>
          </a:p>
          <a:p>
            <a:pPr>
              <a:spcBef>
                <a:spcPts val="1000"/>
              </a:spcBef>
              <a:spcAft>
                <a:spcPts val="1000"/>
              </a:spcAft>
              <a:defRPr sz="2000">
                <a:solidFill>
                  <a:srgbClr val="323232"/>
                </a:solidFill>
              </a:defRPr>
            </a:pPr>
            <a:r>
              <a:t>Diversity and inclusivity are essential for effective team dynamics</a:t>
            </a:r>
          </a:p>
          <a:p>
            <a:pPr>
              <a:spcBef>
                <a:spcPts val="1000"/>
              </a:spcBef>
              <a:spcAft>
                <a:spcPts val="1000"/>
              </a:spcAft>
              <a:defRPr sz="2000">
                <a:solidFill>
                  <a:srgbClr val="323232"/>
                </a:solidFill>
              </a:defRPr>
            </a:pPr>
            <a:r>
              <a:t>Clear communication and defined roles are vital for team success</a:t>
            </a:r>
          </a:p>
          <a:p>
            <a:pPr>
              <a:spcBef>
                <a:spcPts val="1000"/>
              </a:spcBef>
              <a:spcAft>
                <a:spcPts val="1000"/>
              </a:spcAft>
              <a:defRPr sz="2000">
                <a:solidFill>
                  <a:srgbClr val="323232"/>
                </a:solidFill>
              </a:defRPr>
            </a:pPr>
            <a:r>
              <a:t>Leaders should prioritize building trust and respect among team members</a:t>
            </a:r>
          </a:p>
          <a:p>
            <a:pPr>
              <a:spcBef>
                <a:spcPts val="1000"/>
              </a:spcBef>
              <a:spcAft>
                <a:spcPts val="1000"/>
              </a:spcAft>
              <a:defRPr sz="2000">
                <a:solidFill>
                  <a:srgbClr val="323232"/>
                </a:solidFill>
              </a:defRPr>
            </a:pPr>
            <a:r>
              <a:t>Effective team dynamics leads to improved performance and productivity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