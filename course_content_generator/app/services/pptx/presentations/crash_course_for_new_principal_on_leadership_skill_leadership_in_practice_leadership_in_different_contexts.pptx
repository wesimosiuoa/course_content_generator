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 on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Leadership in Practice, Lesson: Leadership in Different Contexts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Leadership in Different Contexts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leadership is not limited to one specific context or environment. It can be applied in various settings, including educational institutions, businesses, and community organizations. The key to successful leadership is understanding the unique challenges and opportunities presented by each context and adapting one's approach accordingly. This lesson will explore how leadership skills can be applied in different contexts to achieve desired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Leadership in Educational Institutions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Fostering a positive school culture</a:t>
            </a:r>
          </a:p>
          <a:p>
            <a:pPr>
              <a:spcBef>
                <a:spcPts val="1000"/>
              </a:spcBef>
              <a:spcAft>
                <a:spcPts val="1000"/>
              </a:spcAft>
              <a:defRPr sz="2000">
                <a:solidFill>
                  <a:srgbClr val="323232"/>
                </a:solidFill>
              </a:defRPr>
            </a:pPr>
            <a:r>
              <a:t>Developing and implementing effective instructional strategies</a:t>
            </a:r>
          </a:p>
          <a:p>
            <a:pPr>
              <a:spcBef>
                <a:spcPts val="1000"/>
              </a:spcBef>
              <a:spcAft>
                <a:spcPts val="1000"/>
              </a:spcAft>
              <a:defRPr sz="2000">
                <a:solidFill>
                  <a:srgbClr val="323232"/>
                </a:solidFill>
              </a:defRPr>
            </a:pPr>
            <a:r>
              <a:t>Building strong relationships with teachers, students, and parents</a:t>
            </a:r>
          </a:p>
          <a:p>
            <a:pPr>
              <a:spcBef>
                <a:spcPts val="1000"/>
              </a:spcBef>
              <a:spcAft>
                <a:spcPts val="1000"/>
              </a:spcAft>
              <a:defRPr sz="2000">
                <a:solidFill>
                  <a:srgbClr val="323232"/>
                </a:solidFill>
              </a:defRPr>
            </a:pPr>
            <a:r>
              <a:t>Managing school resources and budgets</a:t>
            </a:r>
          </a:p>
          <a:p>
            <a:pPr>
              <a:spcBef>
                <a:spcPts val="1000"/>
              </a:spcBef>
              <a:spcAft>
                <a:spcPts val="1000"/>
              </a:spcAft>
              <a:defRPr sz="2000">
                <a:solidFill>
                  <a:srgbClr val="323232"/>
                </a:solidFill>
              </a:defRPr>
            </a:pPr>
            <a:r>
              <a:t>Promoting student achievement and well-being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Leadership in Business Settings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Setting clear goals and vision for the organization</a:t>
            </a:r>
          </a:p>
          <a:p>
            <a:pPr>
              <a:spcBef>
                <a:spcPts val="1000"/>
              </a:spcBef>
              <a:spcAft>
                <a:spcPts val="1000"/>
              </a:spcAft>
              <a:defRPr sz="2000">
                <a:solidFill>
                  <a:srgbClr val="323232"/>
                </a:solidFill>
              </a:defRPr>
            </a:pPr>
            <a:r>
              <a:t>Developing and implementing effective marketing and sales strategies</a:t>
            </a:r>
          </a:p>
          <a:p>
            <a:pPr>
              <a:spcBef>
                <a:spcPts val="1000"/>
              </a:spcBef>
              <a:spcAft>
                <a:spcPts val="1000"/>
              </a:spcAft>
              <a:defRPr sz="2000">
                <a:solidFill>
                  <a:srgbClr val="323232"/>
                </a:solidFill>
              </a:defRPr>
            </a:pPr>
            <a:r>
              <a:t>Building and managing high-performing teams</a:t>
            </a:r>
          </a:p>
          <a:p>
            <a:pPr>
              <a:spcBef>
                <a:spcPts val="1000"/>
              </a:spcBef>
              <a:spcAft>
                <a:spcPts val="1000"/>
              </a:spcAft>
              <a:defRPr sz="2000">
                <a:solidFill>
                  <a:srgbClr val="323232"/>
                </a:solidFill>
              </a:defRPr>
            </a:pPr>
            <a:r>
              <a:t>Making informed financial decisions</a:t>
            </a:r>
          </a:p>
          <a:p>
            <a:pPr>
              <a:spcBef>
                <a:spcPts val="1000"/>
              </a:spcBef>
              <a:spcAft>
                <a:spcPts val="1000"/>
              </a:spcAft>
              <a:defRPr sz="2000">
                <a:solidFill>
                  <a:srgbClr val="323232"/>
                </a:solidFill>
              </a:defRPr>
            </a:pPr>
            <a:r>
              <a:t>Fostering a culture of innovation and continuous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Leadership in Different Contexts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how to apply leadership skills in different contexts is crucial for achieving success in today's complex and ever-changing world. By recognizing the unique challenges and opportunities presented by each context, leaders can develop targeted strategies to address specific needs and goals. This, in turn, can lead to improved outcomes, increased efficiency, and enhanced reputation. Furthermore, being able to adapt one's leadership approach to different contexts demonstrates a high level of emotional intelligence, flexibility, and professionalism.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Considerations for Leadership in Different Contexts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Understanding the unique culture and values of each context</a:t>
            </a:r>
          </a:p>
          <a:p>
            <a:pPr>
              <a:spcBef>
                <a:spcPts val="1000"/>
              </a:spcBef>
              <a:spcAft>
                <a:spcPts val="1000"/>
              </a:spcAft>
              <a:defRPr sz="2000">
                <a:solidFill>
                  <a:srgbClr val="323232"/>
                </a:solidFill>
              </a:defRPr>
            </a:pPr>
            <a:r>
              <a:t>Recognizing the needs and expectations of different stakeholders</a:t>
            </a:r>
          </a:p>
          <a:p>
            <a:pPr>
              <a:spcBef>
                <a:spcPts val="1000"/>
              </a:spcBef>
              <a:spcAft>
                <a:spcPts val="1000"/>
              </a:spcAft>
              <a:defRPr sz="2000">
                <a:solidFill>
                  <a:srgbClr val="323232"/>
                </a:solidFill>
              </a:defRPr>
            </a:pPr>
            <a:r>
              <a:t>Developing a flexible and adaptable leadership approach</a:t>
            </a:r>
          </a:p>
          <a:p>
            <a:pPr>
              <a:spcBef>
                <a:spcPts val="1000"/>
              </a:spcBef>
              <a:spcAft>
                <a:spcPts val="1000"/>
              </a:spcAft>
              <a:defRPr sz="2000">
                <a:solidFill>
                  <a:srgbClr val="323232"/>
                </a:solidFill>
              </a:defRPr>
            </a:pPr>
            <a:r>
              <a:t>Fostering collaboration and communication across contexts</a:t>
            </a:r>
          </a:p>
          <a:p>
            <a:pPr>
              <a:spcBef>
                <a:spcPts val="1000"/>
              </a:spcBef>
              <a:spcAft>
                <a:spcPts val="1000"/>
              </a:spcAft>
              <a:defRPr sz="2000">
                <a:solidFill>
                  <a:srgbClr val="323232"/>
                </a:solidFill>
              </a:defRPr>
            </a:pPr>
            <a:r>
              <a:t>Embracing continuous learning and professional development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leadership skills are not limited to one specific context, but can be applied in various settings to achieve desired outcomes. By understanding the unique challenges and opportunities presented by each context and adapting one's approach accordingly, leaders can develop targeted strategies to address specific needs and goals. This requires a high level of emotional intelligence, flexibility, and professionalism, as well as a commitment to continuous learning and professional development. As a new principal, recognizing the importance of leadership in different contexts and developing the skills to adapt to new situations will be essential for achieving success in your role.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