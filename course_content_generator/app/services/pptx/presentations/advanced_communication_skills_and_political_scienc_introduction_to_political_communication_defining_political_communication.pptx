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Introduction to Political Communication</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Advanced Communication Skills and Political Science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Terms in Political Communication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Propaganda: information that is spread to influence public opinion</a:t>
            </a:r>
          </a:p>
          <a:p>
            <a:pPr>
              <a:spcBef>
                <a:spcPts val="1000"/>
              </a:spcBef>
              <a:spcAft>
                <a:spcPts val="1000"/>
              </a:spcAft>
              <a:defRPr sz="2000">
                <a:solidFill>
                  <a:srgbClr val="323232"/>
                </a:solidFill>
              </a:defRPr>
            </a:pPr>
            <a:r>
              <a:t>Agenda-setting: the process of determining which issues are most important</a:t>
            </a:r>
          </a:p>
          <a:p>
            <a:pPr>
              <a:spcBef>
                <a:spcPts val="1000"/>
              </a:spcBef>
              <a:spcAft>
                <a:spcPts val="1000"/>
              </a:spcAft>
              <a:defRPr sz="2000">
                <a:solidFill>
                  <a:srgbClr val="323232"/>
                </a:solidFill>
              </a:defRPr>
            </a:pPr>
            <a:r>
              <a:t>Framing: the way in which information is presented to influence public perception</a:t>
            </a:r>
          </a:p>
          <a:p>
            <a:pPr>
              <a:spcBef>
                <a:spcPts val="1000"/>
              </a:spcBef>
              <a:spcAft>
                <a:spcPts val="1000"/>
              </a:spcAft>
              <a:defRPr sz="2000">
                <a:solidFill>
                  <a:srgbClr val="323232"/>
                </a:solidFill>
              </a:defRPr>
            </a:pPr>
            <a:r>
              <a:t>Spin: a biased interpretation of information to influence public opinion</a:t>
            </a:r>
          </a:p>
          <a:p>
            <a:pPr>
              <a:spcBef>
                <a:spcPts val="1000"/>
              </a:spcBef>
              <a:spcAft>
                <a:spcPts val="1000"/>
              </a:spcAft>
              <a:defRPr sz="2000">
                <a:solidFill>
                  <a:srgbClr val="323232"/>
                </a:solidFill>
              </a:defRPr>
            </a:pPr>
            <a:r>
              <a:t>Rhetoric: the art of persuasive communication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Defining Political Communication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Political communication refers to the process by which information is created, disseminated, and exchanged between politicians, the media, and the public. It involves the use of various channels, including traditional media, social media, and public speeches, to convey messages and influence public opinion. Effective political communication is critical in shaping public policy, winning elections, and maintaining power.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Political Communication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Influences public opinion and voting behavior</a:t>
            </a:r>
          </a:p>
          <a:p>
            <a:pPr>
              <a:spcBef>
                <a:spcPts val="1000"/>
              </a:spcBef>
              <a:spcAft>
                <a:spcPts val="1000"/>
              </a:spcAft>
              <a:defRPr sz="2000">
                <a:solidFill>
                  <a:srgbClr val="323232"/>
                </a:solidFill>
              </a:defRPr>
            </a:pPr>
            <a:r>
              <a:t>Shapes policy decisions and outcomes</a:t>
            </a:r>
          </a:p>
          <a:p>
            <a:pPr>
              <a:spcBef>
                <a:spcPts val="1000"/>
              </a:spcBef>
              <a:spcAft>
                <a:spcPts val="1000"/>
              </a:spcAft>
              <a:defRPr sz="2000">
                <a:solidFill>
                  <a:srgbClr val="323232"/>
                </a:solidFill>
              </a:defRPr>
            </a:pPr>
            <a:r>
              <a:t>Impacts the reputation and legitimacy of politicians and governments</a:t>
            </a:r>
          </a:p>
          <a:p>
            <a:pPr>
              <a:spcBef>
                <a:spcPts val="1000"/>
              </a:spcBef>
              <a:spcAft>
                <a:spcPts val="1000"/>
              </a:spcAft>
              <a:defRPr sz="2000">
                <a:solidFill>
                  <a:srgbClr val="323232"/>
                </a:solidFill>
              </a:defRPr>
            </a:pPr>
            <a:r>
              <a:t>Can be used to mobilize social movements and activism</a:t>
            </a:r>
          </a:p>
          <a:p>
            <a:pPr>
              <a:spcBef>
                <a:spcPts val="1000"/>
              </a:spcBef>
              <a:spcAft>
                <a:spcPts val="1000"/>
              </a:spcAft>
              <a:defRPr sz="2000">
                <a:solidFill>
                  <a:srgbClr val="323232"/>
                </a:solidFill>
              </a:defRPr>
            </a:pPr>
            <a:r>
              <a:t>Affects the overall health of democracy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The Role of Media in Political Communication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The media plays a crucial role in political communication, serving as a conduit for information between politicians and the public. The media can shape public opinion by selecting which stories to cover, how to frame them, and which voices to amplify. However, the media can also be influenced by politicians and other powerful actors, which can lead to biased or inaccurate reporting. Understanding the complex relationship between the media and politics is essential for effective political communication.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Challenges in Political Communication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Disinformation and fake news</a:t>
            </a:r>
          </a:p>
          <a:p>
            <a:pPr>
              <a:spcBef>
                <a:spcPts val="1000"/>
              </a:spcBef>
              <a:spcAft>
                <a:spcPts val="1000"/>
              </a:spcAft>
              <a:defRPr sz="2000">
                <a:solidFill>
                  <a:srgbClr val="323232"/>
                </a:solidFill>
              </a:defRPr>
            </a:pPr>
            <a:r>
              <a:t>Polarization and echo chambers</a:t>
            </a:r>
          </a:p>
          <a:p>
            <a:pPr>
              <a:spcBef>
                <a:spcPts val="1000"/>
              </a:spcBef>
              <a:spcAft>
                <a:spcPts val="1000"/>
              </a:spcAft>
              <a:defRPr sz="2000">
                <a:solidFill>
                  <a:srgbClr val="323232"/>
                </a:solidFill>
              </a:defRPr>
            </a:pPr>
            <a:r>
              <a:t>Decline of trust in institutions</a:t>
            </a:r>
          </a:p>
          <a:p>
            <a:pPr>
              <a:spcBef>
                <a:spcPts val="1000"/>
              </a:spcBef>
              <a:spcAft>
                <a:spcPts val="1000"/>
              </a:spcAft>
              <a:defRPr sz="2000">
                <a:solidFill>
                  <a:srgbClr val="323232"/>
                </a:solidFill>
              </a:defRPr>
            </a:pPr>
            <a:r>
              <a:t>Increasing complexity of global issues</a:t>
            </a:r>
          </a:p>
          <a:p>
            <a:pPr>
              <a:spcBef>
                <a:spcPts val="1000"/>
              </a:spcBef>
              <a:spcAft>
                <a:spcPts val="1000"/>
              </a:spcAft>
              <a:defRPr sz="2000">
                <a:solidFill>
                  <a:srgbClr val="323232"/>
                </a:solidFill>
              </a:defRPr>
            </a:pPr>
            <a:r>
              <a:t>Rise of social media and its impact on political discourse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Effective political communication is critical in today's complex and rapidly changing world. By understanding key terms, concepts, and challenges in political communication, individuals can better navigate the information landscape, make informed decisions, and engage in meaningful civic participation. As we move forward, it is essential to prioritize critical thinking, media literacy, and nuanced understanding of the complex issues that shape our world.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