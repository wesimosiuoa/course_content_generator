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Convolutional 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Foundational Understanding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Convolution</a:t>
            </a:r>
          </a:p>
          <a:p>
            <a:pPr/>
            <a:r>
              <a:t>Pooling</a:t>
            </a:r>
          </a:p>
          <a:p>
            <a:pPr/>
            <a:r>
              <a:t>Activation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</a:t>
            </a:r>
          </a:p>
          <a:p>
            <a:pPr/>
            <a:r>
              <a:t>Stride</a:t>
            </a:r>
          </a:p>
          <a:p>
            <a:pPr/>
            <a:r>
              <a:t>Padding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</a:t>
            </a:r>
          </a:p>
          <a:p>
            <a:pPr/>
            <a:r>
              <a:t>Average</a:t>
            </a:r>
          </a:p>
          <a:p>
            <a:pPr/>
            <a:r>
              <a:t>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ReLU</a:t>
            </a:r>
          </a:p>
          <a:p>
            <a:pPr/>
            <a:r>
              <a:t>Sigmoid</a:t>
            </a:r>
          </a:p>
          <a:p>
            <a:pPr/>
            <a:r>
              <a:t>Tanh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