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Conflict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1967D2"/>
                </a:solidFill>
              </a:defRPr>
            </a:pPr>
            <a:r>
              <a:t>Effective Leadership in Team Building and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Understanding Conflict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Conflict is a natural part of any team or organization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It can arise from differences in opinion, values, or goals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Unresolved conflict can lead to decreased productivity and morale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Effective conflict resolution is crucial for a healthy and successful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Impact of Conflict on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When conflict is not addressed, it can quickly escalate and become a major obstacle to team success. Unresolved conflict can lead to decreased trust, communication breakdowns, and a lack of cooperation among team members. As a leader, it's essential to recognize the signs of conflict and take proactive steps to resolve it before it becomes a major issue.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Conflict Resolution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Promotes a positive and respectful team culture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Encourages open communication and feedback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Helps to build trust and strengthen relationships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Enhances collaboration and teamwork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Supports the well-being and success of team members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 Real-World Example of Conflict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A school principal noticed that two teachers were having a disagreement about the best approach to teaching a particular subject. The principal brought the teachers together to discuss their differences and work towards a solution. Through active listening and open communication, the teachers were able to find a compromise and develop a new approach that incorporated the best of both methods. This not only resolved the conflict but also led to a more collaborative and innovative teaching approach.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Strategies for Conflict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Stay calm and composed when addressing conflict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Listen actively and try to understand different perspectives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Focus on finding a solution rather than placing blame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Encourage open and honest communication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Seek common ground and areas of agreement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Effective conflict resolution is a critical leadership skill that can make a significant difference in the success and well-being of your team. By understanding the nature of conflict, recognizing its impact, and using proven strategies to resolve it, you can create a positive and productive team culture that supports the growth and achievement of all team members.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