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Strategic Planning and Decision-Making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1967D2"/>
                </a:solidFill>
              </a:defRPr>
            </a:pPr>
            <a:r>
              <a:t>Crash Course for New Principals on Leadership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Introduction to Strategic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Strategic planning is a critical component of effective leadership, enabling principals to make informed decisions that drive their schools towards excellence. It involves analyzing the internal and external environment, setting clear goals, and developing a roadmap to achieve them. By adopting a strategic approach, principals can prioritize resources, build strong teams, and foster a culture of continuous improvement.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Principles of Strategic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Define a clear mission and vision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Conduct a thorough analysis of the internal and external environment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Set specific, measurable, achievable, relevant, and time-bound (SMART) goals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Develop a comprehensive plan with key objectives and strategies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Establish a system for monitoring and evaluating progress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Strategic Planning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Strategic planning matters because it helps principals to stay focused on what is truly important, allocate resources effectively, and make decisions that drive long-term success. By having a clear plan in place, principals can respond to challenges and opportunities in a proactive and intentional way, rather than simply reacting to circumstances. This enables them to build trust with stakeholders, drive improvement, and create a positive and productive school culture.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Benefits of Strategic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Improved decision-making and resource allocation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Enhanced collaboration and teamwork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Increased accountability and transparency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Better alignment with district and state goals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Greater sense of direction and purpose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The key takeaway from this lesson is that strategic planning is a critical component of effective leadership, enabling principals to drive their schools towards excellence. By adopting a strategic approach, principals can prioritize resources, build strong teams, and foster a culture of continuous improvement. Remember, strategic planning is not a one-time event, but an ongoing process that requires regular monitoring, evaluation, and adjustment to ensure that the school remains focused on its mission and vision.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Develop a strategic plan for your school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Establish a planning team to support the process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Conduct a thorough analysis of the internal and external environment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Set clear goals and objectives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Communicate the plan to stakeholders and establish a system for monitoring progress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