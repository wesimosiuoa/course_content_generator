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Introduction to Political Communication</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Exploring Theoretical Frameworks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Major Theoretical Frameworks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Agenda-Setting Theory</a:t>
            </a:r>
          </a:p>
          <a:p>
            <a:pPr>
              <a:spcBef>
                <a:spcPts val="1000"/>
              </a:spcBef>
              <a:spcAft>
                <a:spcPts val="1000"/>
              </a:spcAft>
              <a:defRPr sz="2000">
                <a:solidFill>
                  <a:srgbClr val="323232"/>
                </a:solidFill>
              </a:defRPr>
            </a:pPr>
            <a:r>
              <a:t>Cultivation Theory</a:t>
            </a:r>
          </a:p>
          <a:p>
            <a:pPr>
              <a:spcBef>
                <a:spcPts val="1000"/>
              </a:spcBef>
              <a:spcAft>
                <a:spcPts val="1000"/>
              </a:spcAft>
              <a:defRPr sz="2000">
                <a:solidFill>
                  <a:srgbClr val="323232"/>
                </a:solidFill>
              </a:defRPr>
            </a:pPr>
            <a:r>
              <a:t>Framing Theory</a:t>
            </a:r>
          </a:p>
          <a:p>
            <a:pPr>
              <a:spcBef>
                <a:spcPts val="1000"/>
              </a:spcBef>
              <a:spcAft>
                <a:spcPts val="1000"/>
              </a:spcAft>
              <a:defRPr sz="2000">
                <a:solidFill>
                  <a:srgbClr val="323232"/>
                </a:solidFill>
              </a:defRPr>
            </a:pPr>
            <a:r>
              <a:t>Social Identity Theory</a:t>
            </a:r>
          </a:p>
          <a:p>
            <a:pPr>
              <a:spcBef>
                <a:spcPts val="1000"/>
              </a:spcBef>
              <a:spcAft>
                <a:spcPts val="1000"/>
              </a:spcAft>
              <a:defRPr sz="2000">
                <a:solidFill>
                  <a:srgbClr val="323232"/>
                </a:solidFill>
              </a:defRPr>
            </a:pPr>
            <a:r>
              <a:t>Uses and Gratifications Theory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Agenda-Setting Theory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 agenda-setting theory, introduced by Maxwell McCombs and Donald Shaw in 1972, suggests that the media has the power to influence the public agenda by choosing which issues to cover and how much attention to give each issue. This theory is significant in understanding how political communication can shape public opinion and policy discussions.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Components of Framing Theory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Problem Definition</a:t>
            </a:r>
          </a:p>
          <a:p>
            <a:pPr>
              <a:spcBef>
                <a:spcPts val="1000"/>
              </a:spcBef>
              <a:spcAft>
                <a:spcPts val="1000"/>
              </a:spcAft>
              <a:defRPr sz="2000">
                <a:solidFill>
                  <a:srgbClr val="323232"/>
                </a:solidFill>
              </a:defRPr>
            </a:pPr>
            <a:r>
              <a:t>Causal Interpretation</a:t>
            </a:r>
          </a:p>
          <a:p>
            <a:pPr>
              <a:spcBef>
                <a:spcPts val="1000"/>
              </a:spcBef>
              <a:spcAft>
                <a:spcPts val="1000"/>
              </a:spcAft>
              <a:defRPr sz="2000">
                <a:solidFill>
                  <a:srgbClr val="323232"/>
                </a:solidFill>
              </a:defRPr>
            </a:pPr>
            <a:r>
              <a:t>Moral Evaluation</a:t>
            </a:r>
          </a:p>
          <a:p>
            <a:pPr>
              <a:spcBef>
                <a:spcPts val="1000"/>
              </a:spcBef>
              <a:spcAft>
                <a:spcPts val="1000"/>
              </a:spcAft>
              <a:defRPr sz="2000">
                <a:solidFill>
                  <a:srgbClr val="323232"/>
                </a:solidFill>
              </a:defRPr>
            </a:pPr>
            <a:r>
              <a:t>Treatment Recommendation</a:t>
            </a:r>
          </a:p>
          <a:p>
            <a:pPr>
              <a:spcBef>
                <a:spcPts val="1000"/>
              </a:spcBef>
              <a:spcAft>
                <a:spcPts val="1000"/>
              </a:spcAft>
              <a:defRPr sz="2000">
                <a:solidFill>
                  <a:srgbClr val="323232"/>
                </a:solidFill>
              </a:defRPr>
            </a:pPr>
            <a:r>
              <a:t>Frame Alignment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Theories of Political Communication Matter</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Understanding the theories of political communication is crucial for effective political engagement. It helps in crafting messages that resonate with the audience, anticipating how different groups might react to political messages, and developing strategies to counter opposing viewpoints. By grasping these theories, political communicators can enhance their ability to influence public opinion and achieve their political objectives.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Applications of Theories in Political Practice</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Campaign Strategy Development</a:t>
            </a:r>
          </a:p>
          <a:p>
            <a:pPr>
              <a:spcBef>
                <a:spcPts val="1000"/>
              </a:spcBef>
              <a:spcAft>
                <a:spcPts val="1000"/>
              </a:spcAft>
              <a:defRPr sz="2000">
                <a:solidFill>
                  <a:srgbClr val="323232"/>
                </a:solidFill>
              </a:defRPr>
            </a:pPr>
            <a:r>
              <a:t>Policy Advocacy</a:t>
            </a:r>
          </a:p>
          <a:p>
            <a:pPr>
              <a:spcBef>
                <a:spcPts val="1000"/>
              </a:spcBef>
              <a:spcAft>
                <a:spcPts val="1000"/>
              </a:spcAft>
              <a:defRPr sz="2000">
                <a:solidFill>
                  <a:srgbClr val="323232"/>
                </a:solidFill>
              </a:defRPr>
            </a:pPr>
            <a:r>
              <a:t>Public Diplomacy</a:t>
            </a:r>
          </a:p>
          <a:p>
            <a:pPr>
              <a:spcBef>
                <a:spcPts val="1000"/>
              </a:spcBef>
              <a:spcAft>
                <a:spcPts val="1000"/>
              </a:spcAft>
              <a:defRPr sz="2000">
                <a:solidFill>
                  <a:srgbClr val="323232"/>
                </a:solidFill>
              </a:defRPr>
            </a:pPr>
            <a:r>
              <a:t>Crisis Communication</a:t>
            </a:r>
          </a:p>
          <a:p>
            <a:pPr>
              <a:spcBef>
                <a:spcPts val="1000"/>
              </a:spcBef>
              <a:spcAft>
                <a:spcPts val="1000"/>
              </a:spcAft>
              <a:defRPr sz="2000">
                <a:solidFill>
                  <a:srgbClr val="323232"/>
                </a:solidFill>
              </a:defRPr>
            </a:pPr>
            <a:r>
              <a:t>Social Movement Mobilization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Theories of political communication provide a foundational understanding of how political messages are constructed, disseminated, and received. By studying these theories, individuals can better navigate the complex landscape of political discourse, contribute more effectively to political discussions, and make more informed decisions as citizens.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Summary and Future Directions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8</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conclusion, the study of political communication theories offers insights into the mechanisms and effects of political messaging. As political landscapes continue to evolve, both domestically and internationally, the importance of understanding and applying these theories will only grow. Future research should continue to explore the intersection of technology, media, and political communication to provide a comprehensive understanding of the field.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