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Convolutional Neural Networks: Foundational Understanding</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Introduction to CNN Applications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Introduction to CNN Applications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Convolutional Neural Networks (CNNs) have revolutionized the field of computer vision, enabling state-of-the-art performance in various applications. CNNs are particularly useful for image classification, object detection, and segmentation tasks, due to their ability to automatically and adaptively learn spatial hierarchies of features from images.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CNN Applications in Computer Vision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Image Classification: assigning a label to an image from a fixed set of categories</a:t>
            </a:r>
          </a:p>
          <a:p>
            <a:pPr>
              <a:spcBef>
                <a:spcPts val="1000"/>
              </a:spcBef>
              <a:spcAft>
                <a:spcPts val="1000"/>
              </a:spcAft>
              <a:defRPr sz="2000">
                <a:solidFill>
                  <a:srgbClr val="323232"/>
                </a:solidFill>
              </a:defRPr>
            </a:pPr>
            <a:r>
              <a:t>Object Detection: locating and classifying objects within an image</a:t>
            </a:r>
          </a:p>
          <a:p>
            <a:pPr>
              <a:spcBef>
                <a:spcPts val="1000"/>
              </a:spcBef>
              <a:spcAft>
                <a:spcPts val="1000"/>
              </a:spcAft>
              <a:defRPr sz="2000">
                <a:solidFill>
                  <a:srgbClr val="323232"/>
                </a:solidFill>
              </a:defRPr>
            </a:pPr>
            <a:r>
              <a:t>Segmentation: partitioning an image into its constituent parts or objects</a:t>
            </a:r>
          </a:p>
          <a:p>
            <a:pPr>
              <a:spcBef>
                <a:spcPts val="1000"/>
              </a:spcBef>
              <a:spcAft>
                <a:spcPts val="1000"/>
              </a:spcAft>
              <a:defRPr sz="2000">
                <a:solidFill>
                  <a:srgbClr val="323232"/>
                </a:solidFill>
              </a:defRPr>
            </a:pPr>
            <a:r>
              <a:t>Image Generation: generating new images based on a given set of images</a:t>
            </a:r>
          </a:p>
          <a:p>
            <a:pPr>
              <a:spcBef>
                <a:spcPts val="1000"/>
              </a:spcBef>
              <a:spcAft>
                <a:spcPts val="1000"/>
              </a:spcAft>
              <a:defRPr sz="2000">
                <a:solidFill>
                  <a:srgbClr val="323232"/>
                </a:solidFill>
              </a:defRPr>
            </a:pPr>
            <a:r>
              <a:t>Image-to-Image Translation: translating an image from one domain to another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CNNs are Effective for Computer Vision Tasks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CNNs are effective for computer vision tasks due to their ability to capture spatial hierarchies of features from images. The convolutional and pooling layers in a CNN allow it to automatically and adaptively learn features from small to large, enabling it to capture both local and global features of an image. This makes CNNs particularly useful for tasks such as image classification, object detection, and segmentation, where the location and arrangement of features are important.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Real-World Applications of CNNs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Self-Driving Cars: using CNNs for object detection and segmentation to navigate roads</a:t>
            </a:r>
          </a:p>
          <a:p>
            <a:pPr>
              <a:spcBef>
                <a:spcPts val="1000"/>
              </a:spcBef>
              <a:spcAft>
                <a:spcPts val="1000"/>
              </a:spcAft>
              <a:defRPr sz="2000">
                <a:solidFill>
                  <a:srgbClr val="323232"/>
                </a:solidFill>
              </a:defRPr>
            </a:pPr>
            <a:r>
              <a:t>Medical Diagnosis: using CNNs for image classification to diagnose diseases from medical images</a:t>
            </a:r>
          </a:p>
          <a:p>
            <a:pPr>
              <a:spcBef>
                <a:spcPts val="1000"/>
              </a:spcBef>
              <a:spcAft>
                <a:spcPts val="1000"/>
              </a:spcAft>
              <a:defRPr sz="2000">
                <a:solidFill>
                  <a:srgbClr val="323232"/>
                </a:solidFill>
              </a:defRPr>
            </a:pPr>
            <a:r>
              <a:t>Facial Recognition: using CNNs for image classification to recognize individuals</a:t>
            </a:r>
          </a:p>
          <a:p>
            <a:pPr>
              <a:spcBef>
                <a:spcPts val="1000"/>
              </a:spcBef>
              <a:spcAft>
                <a:spcPts val="1000"/>
              </a:spcAft>
              <a:defRPr sz="2000">
                <a:solidFill>
                  <a:srgbClr val="323232"/>
                </a:solidFill>
              </a:defRPr>
            </a:pPr>
            <a:r>
              <a:t>Surveillance: using CNNs for object detection to detect and track objects</a:t>
            </a:r>
          </a:p>
          <a:p>
            <a:pPr>
              <a:spcBef>
                <a:spcPts val="1000"/>
              </a:spcBef>
              <a:spcAft>
                <a:spcPts val="1000"/>
              </a:spcAft>
              <a:defRPr sz="2000">
                <a:solidFill>
                  <a:srgbClr val="323232"/>
                </a:solidFill>
              </a:defRPr>
            </a:pPr>
            <a:r>
              <a:t>Robotics: using CNNs for image segmentation to navigate and interact with environments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This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applications of CNNs in computer vision have the potential to revolutionize numerous industries and aspects of our lives. From self-driving cars to medical diagnosis, CNNs are enabling machines to interpret and understand visual data from the world around us. As the field of computer vision continues to evolve, we can expect to see even more innovative applications of CNNs in the future.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CNNs are a powerful tool for computer vision tasks</a:t>
            </a:r>
          </a:p>
          <a:p>
            <a:pPr>
              <a:spcBef>
                <a:spcPts val="1000"/>
              </a:spcBef>
              <a:spcAft>
                <a:spcPts val="1000"/>
              </a:spcAft>
              <a:defRPr sz="2000">
                <a:solidFill>
                  <a:srgbClr val="323232"/>
                </a:solidFill>
              </a:defRPr>
            </a:pPr>
            <a:r>
              <a:t>CNNs can be used for image classification, object detection, and segmentation</a:t>
            </a:r>
          </a:p>
          <a:p>
            <a:pPr>
              <a:spcBef>
                <a:spcPts val="1000"/>
              </a:spcBef>
              <a:spcAft>
                <a:spcPts val="1000"/>
              </a:spcAft>
              <a:defRPr sz="2000">
                <a:solidFill>
                  <a:srgbClr val="323232"/>
                </a:solidFill>
              </a:defRPr>
            </a:pPr>
            <a:r>
              <a:t>CNNs have numerous real-world applications in industries such as healthcare, transportation, and robotics</a:t>
            </a:r>
          </a:p>
          <a:p>
            <a:pPr>
              <a:spcBef>
                <a:spcPts val="1000"/>
              </a:spcBef>
              <a:spcAft>
                <a:spcPts val="1000"/>
              </a:spcAft>
              <a:defRPr sz="2000">
                <a:solidFill>
                  <a:srgbClr val="323232"/>
                </a:solidFill>
              </a:defRPr>
            </a:pPr>
            <a:r>
              <a:t>The ability of CNNs to capture spatial hierarchies of features makes them particularly effective for computer vision tasks</a:t>
            </a:r>
          </a:p>
          <a:p>
            <a:pPr>
              <a:spcBef>
                <a:spcPts val="1000"/>
              </a:spcBef>
              <a:spcAft>
                <a:spcPts val="1000"/>
              </a:spcAft>
              <a:defRPr sz="2000">
                <a:solidFill>
                  <a:srgbClr val="323232"/>
                </a:solidFill>
              </a:defRPr>
            </a:pPr>
            <a:r>
              <a:t>The field of computer vision is continually evolving, with new applications and innovations emerging regularly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