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9144000" cy="19431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8229600" cy="1828800"/>
          </a:xfrm>
          <a:prstGeom prst="rect">
            <a:avLst/>
          </a:prstGeom>
          <a:noFill/>
        </p:spPr>
        <p:txBody>
          <a:bodyPr wrap="square" anchor="ctr">
            <a:spAutoFit/>
          </a:bodyPr>
          <a:lstStyle/>
          <a:p>
            <a:pPr algn="ctr">
              <a:defRPr sz="5400" b="1">
                <a:solidFill>
                  <a:srgbClr val="FFFFFF"/>
                </a:solidFill>
              </a:defRPr>
            </a:pPr>
            <a:r>
              <a:t>Media Relations in Politics</a:t>
            </a:r>
          </a:p>
        </p:txBody>
      </p:sp>
      <p:sp>
        <p:nvSpPr>
          <p:cNvPr id="5" name="TextBox 4"/>
          <p:cNvSpPr txBox="1"/>
          <p:nvPr/>
        </p:nvSpPr>
        <p:spPr>
          <a:xfrm>
            <a:off x="457200" y="3383280"/>
            <a:ext cx="8229600" cy="1371600"/>
          </a:xfrm>
          <a:prstGeom prst="rect">
            <a:avLst/>
          </a:prstGeom>
          <a:noFill/>
        </p:spPr>
        <p:txBody>
          <a:bodyPr wrap="square">
            <a:spAutoFit/>
          </a:bodyPr>
          <a:lstStyle/>
          <a:p>
            <a:pPr algn="ctr">
              <a:defRPr sz="2800">
                <a:solidFill>
                  <a:srgbClr val="1967D2"/>
                </a:solidFill>
              </a:defRPr>
            </a:pPr>
            <a:r>
              <a:t>Building and Maintaining Relationships with Media Outlets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Importance of Media Relations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2</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Influences public perception and opinion</a:t>
            </a:r>
          </a:p>
          <a:p>
            <a:pPr>
              <a:spcBef>
                <a:spcPts val="1000"/>
              </a:spcBef>
              <a:spcAft>
                <a:spcPts val="1000"/>
              </a:spcAft>
              <a:defRPr sz="2000">
                <a:solidFill>
                  <a:srgbClr val="323232"/>
                </a:solidFill>
              </a:defRPr>
            </a:pPr>
            <a:r>
              <a:t>Shapes policy agendas and debates</a:t>
            </a:r>
          </a:p>
          <a:p>
            <a:pPr>
              <a:spcBef>
                <a:spcPts val="1000"/>
              </a:spcBef>
              <a:spcAft>
                <a:spcPts val="1000"/>
              </a:spcAft>
              <a:defRPr sz="2000">
                <a:solidFill>
                  <a:srgbClr val="323232"/>
                </a:solidFill>
              </a:defRPr>
            </a:pPr>
            <a:r>
              <a:t>Provides a platform for politicians to communicate with the public</a:t>
            </a:r>
          </a:p>
          <a:p>
            <a:pPr>
              <a:spcBef>
                <a:spcPts val="1000"/>
              </a:spcBef>
              <a:spcAft>
                <a:spcPts val="1000"/>
              </a:spcAft>
              <a:defRPr sz="2000">
                <a:solidFill>
                  <a:srgbClr val="323232"/>
                </a:solidFill>
              </a:defRPr>
            </a:pPr>
            <a:r>
              <a:t>Helps to build trust and credibility with the media and the public</a:t>
            </a:r>
          </a:p>
          <a:p>
            <a:pPr>
              <a:spcBef>
                <a:spcPts val="1000"/>
              </a:spcBef>
              <a:spcAft>
                <a:spcPts val="1000"/>
              </a:spcAft>
              <a:defRPr sz="2000">
                <a:solidFill>
                  <a:srgbClr val="323232"/>
                </a:solidFill>
              </a:defRPr>
            </a:pPr>
            <a:r>
              <a:t>Enhances a politician's reputation and career prospects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Building Relationships with Media Outlets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3</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Building and maintaining relationships with media outlets requires a deep understanding of the media landscape, including the types of media outlets, their target audiences, and the types of stories they cover. It also requires a strategic approach to communication, including crafting a clear and concise message, identifying key media contacts, and engaging in regular and ongoing communication. By building strong relationships with media outlets, politicians can increase their visibility, credibility, and influence, and ultimately achieve their communication goals.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Media Relations Strategies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4</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Develop a comprehensive media relations plan</a:t>
            </a:r>
          </a:p>
          <a:p>
            <a:pPr>
              <a:spcBef>
                <a:spcPts val="1000"/>
              </a:spcBef>
              <a:spcAft>
                <a:spcPts val="1000"/>
              </a:spcAft>
              <a:defRPr sz="2000">
                <a:solidFill>
                  <a:srgbClr val="323232"/>
                </a:solidFill>
              </a:defRPr>
            </a:pPr>
            <a:r>
              <a:t>Identify and build relationships with key media contacts</a:t>
            </a:r>
          </a:p>
          <a:p>
            <a:pPr>
              <a:spcBef>
                <a:spcPts val="1000"/>
              </a:spcBef>
              <a:spcAft>
                <a:spcPts val="1000"/>
              </a:spcAft>
              <a:defRPr sz="2000">
                <a:solidFill>
                  <a:srgbClr val="323232"/>
                </a:solidFill>
              </a:defRPr>
            </a:pPr>
            <a:r>
              <a:t>Craft a clear and concise message</a:t>
            </a:r>
          </a:p>
          <a:p>
            <a:pPr>
              <a:spcBef>
                <a:spcPts val="1000"/>
              </a:spcBef>
              <a:spcAft>
                <a:spcPts val="1000"/>
              </a:spcAft>
              <a:defRPr sz="2000">
                <a:solidFill>
                  <a:srgbClr val="323232"/>
                </a:solidFill>
              </a:defRPr>
            </a:pPr>
            <a:r>
              <a:t>Use social media to engage with the media and the public</a:t>
            </a:r>
          </a:p>
          <a:p>
            <a:pPr>
              <a:spcBef>
                <a:spcPts val="1000"/>
              </a:spcBef>
              <a:spcAft>
                <a:spcPts val="1000"/>
              </a:spcAft>
              <a:defRPr sz="2000">
                <a:solidFill>
                  <a:srgbClr val="323232"/>
                </a:solidFill>
              </a:defRPr>
            </a:pPr>
            <a:r>
              <a:t>Monitor and respond to media coverage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Why Media Relations Matters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5</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Media relations matters because it has a direct impact on a politician's ability to communicate effectively with the public and to achieve their policy goals. By building strong relationships with media outlets, politicians can increase their visibility, credibility, and influence, and ultimately achieve their communication goals. In today's fast-paced and rapidly changing media environment, having a strong media relations strategy is more important than ever, as it enables politicians to stay ahead of the curve and to respond quickly and effectively to emerging issues and crises.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Key Takeaways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6</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Media relations is a critical component of a politician's communication strategy</a:t>
            </a:r>
          </a:p>
          <a:p>
            <a:pPr>
              <a:spcBef>
                <a:spcPts val="1000"/>
              </a:spcBef>
              <a:spcAft>
                <a:spcPts val="1000"/>
              </a:spcAft>
              <a:defRPr sz="2000">
                <a:solidFill>
                  <a:srgbClr val="323232"/>
                </a:solidFill>
              </a:defRPr>
            </a:pPr>
            <a:r>
              <a:t>Building strong relationships with media outlets requires a deep understanding of the media landscape and a strategic approach to communication</a:t>
            </a:r>
          </a:p>
          <a:p>
            <a:pPr>
              <a:spcBef>
                <a:spcPts val="1000"/>
              </a:spcBef>
              <a:spcAft>
                <a:spcPts val="1000"/>
              </a:spcAft>
              <a:defRPr sz="2000">
                <a:solidFill>
                  <a:srgbClr val="323232"/>
                </a:solidFill>
              </a:defRPr>
            </a:pPr>
            <a:r>
              <a:t>A comprehensive media relations plan is essential for achieving communication goals</a:t>
            </a:r>
          </a:p>
          <a:p>
            <a:pPr>
              <a:spcBef>
                <a:spcPts val="1000"/>
              </a:spcBef>
              <a:spcAft>
                <a:spcPts val="1000"/>
              </a:spcAft>
              <a:defRPr sz="2000">
                <a:solidFill>
                  <a:srgbClr val="323232"/>
                </a:solidFill>
              </a:defRPr>
            </a:pPr>
            <a:r>
              <a:t>Social media is a key tool for engaging with the media and the public</a:t>
            </a:r>
          </a:p>
          <a:p>
            <a:pPr>
              <a:spcBef>
                <a:spcPts val="1000"/>
              </a:spcBef>
              <a:spcAft>
                <a:spcPts val="1000"/>
              </a:spcAft>
              <a:defRPr sz="2000">
                <a:solidFill>
                  <a:srgbClr val="323232"/>
                </a:solidFill>
              </a:defRPr>
            </a:pPr>
            <a:r>
              <a:t>Monitoring and responding to media coverage is crucial for maintaining a positive reputation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Summary</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7</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In conclusion, media relations is a vital component of a politician's communication strategy, and building strong relationships with media outlets is essential for achieving communication goals. By developing a comprehensive media relations plan, identifying and building relationships with key media contacts, crafting a clear and concise message, using social media to engage with the media and the public, and monitoring and responding to media coverage, politicians can increase their visibility, credibility, and influence, and ultimately achieve their policy goals.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