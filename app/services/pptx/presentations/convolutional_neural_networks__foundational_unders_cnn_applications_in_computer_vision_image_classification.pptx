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Convolutional Neural Networks: Foundational Understanding</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CNN Applications in Computer Vision - Lesson: Image Classification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Image Classification with CNNs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Image classification is a fundamental task in computer vision</a:t>
            </a:r>
          </a:p>
          <a:p>
            <a:pPr>
              <a:spcBef>
                <a:spcPts val="1000"/>
              </a:spcBef>
              <a:spcAft>
                <a:spcPts val="1000"/>
              </a:spcAft>
              <a:defRPr sz="2000">
                <a:solidFill>
                  <a:srgbClr val="323232"/>
                </a:solidFill>
              </a:defRPr>
            </a:pPr>
            <a:r>
              <a:t>CNNs have become the state-of-the-art approach for image classification</a:t>
            </a:r>
          </a:p>
          <a:p>
            <a:pPr>
              <a:spcBef>
                <a:spcPts val="1000"/>
              </a:spcBef>
              <a:spcAft>
                <a:spcPts val="1000"/>
              </a:spcAft>
              <a:defRPr sz="2000">
                <a:solidFill>
                  <a:srgbClr val="323232"/>
                </a:solidFill>
              </a:defRPr>
            </a:pPr>
            <a:r>
              <a:t>Key advantages of CNNs include automatic feature extraction and robustness to variations</a:t>
            </a:r>
          </a:p>
          <a:p>
            <a:pPr>
              <a:spcBef>
                <a:spcPts val="1000"/>
              </a:spcBef>
              <a:spcAft>
                <a:spcPts val="1000"/>
              </a:spcAft>
              <a:defRPr sz="2000">
                <a:solidFill>
                  <a:srgbClr val="323232"/>
                </a:solidFill>
              </a:defRPr>
            </a:pPr>
            <a:r>
              <a:t>Applications of image classification include object detection, facial recognition, and medical diagnosis</a:t>
            </a:r>
          </a:p>
          <a:p>
            <a:pPr>
              <a:spcBef>
                <a:spcPts val="1000"/>
              </a:spcBef>
              <a:spcAft>
                <a:spcPts val="1000"/>
              </a:spcAft>
              <a:defRPr sz="2000">
                <a:solidFill>
                  <a:srgbClr val="323232"/>
                </a:solidFill>
              </a:defRPr>
            </a:pPr>
            <a:r>
              <a:t>Dataset preparation is crucial for training accurate CNN models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Dataset Preparation for Image Classification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Dataset preparation is a critical step in training accurate CNN models for image classification. This involves collecting and labeling a large dataset of images, ensuring that the dataset is diverse and representative of the problem domain. Data augmentation techniques, such as rotation, scaling, and flipping, can be used to artificially increase the size of the dataset and improve model robustness. Additionally, techniques such as data normalization and feature scaling can be used to preprocess the data and improve model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Evaluating CNN Models for Image Classification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Model evaluation is crucial for assessing the performance of CNN models</a:t>
            </a:r>
          </a:p>
          <a:p>
            <a:pPr>
              <a:spcBef>
                <a:spcPts val="1000"/>
              </a:spcBef>
              <a:spcAft>
                <a:spcPts val="1000"/>
              </a:spcAft>
              <a:defRPr sz="2000">
                <a:solidFill>
                  <a:srgbClr val="323232"/>
                </a:solidFill>
              </a:defRPr>
            </a:pPr>
            <a:r>
              <a:t>Common evaluation metrics include accuracy, precision, recall, and F1-score</a:t>
            </a:r>
          </a:p>
          <a:p>
            <a:pPr>
              <a:spcBef>
                <a:spcPts val="1000"/>
              </a:spcBef>
              <a:spcAft>
                <a:spcPts val="1000"/>
              </a:spcAft>
              <a:defRPr sz="2000">
                <a:solidFill>
                  <a:srgbClr val="323232"/>
                </a:solidFill>
              </a:defRPr>
            </a:pPr>
            <a:r>
              <a:t>Cross-validation techniques can be used to evaluate model performance on unseen data</a:t>
            </a:r>
          </a:p>
          <a:p>
            <a:pPr>
              <a:spcBef>
                <a:spcPts val="1000"/>
              </a:spcBef>
              <a:spcAft>
                <a:spcPts val="1000"/>
              </a:spcAft>
              <a:defRPr sz="2000">
                <a:solidFill>
                  <a:srgbClr val="323232"/>
                </a:solidFill>
              </a:defRPr>
            </a:pPr>
            <a:r>
              <a:t>Hyperparameter tuning is essential for optimizing model performance</a:t>
            </a:r>
          </a:p>
          <a:p>
            <a:pPr>
              <a:spcBef>
                <a:spcPts val="1000"/>
              </a:spcBef>
              <a:spcAft>
                <a:spcPts val="1000"/>
              </a:spcAft>
              <a:defRPr sz="2000">
                <a:solidFill>
                  <a:srgbClr val="323232"/>
                </a:solidFill>
              </a:defRPr>
            </a:pPr>
            <a:r>
              <a:t>Techniques such as regularization and dropout can be used to prevent overfitting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Image Classification with CNNs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Image classification with CNNs has numerous real-world applications, including self-driving cars, medical diagnosis, and facial recognition. The ability to accurately classify images can have a significant impact on these applications, and CNNs have become the go-to approach for many of these tasks. Furthermore, the techniques and methodologies developed for image classification with CNNs can be applied to other computer vision tasks, such as object detection and segmentation, making it a fundamental area of research in the field of computer vision.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Takeaways for Image Classification with CNNs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CNNs are the state-of-the-art approach for image classification</a:t>
            </a:r>
          </a:p>
          <a:p>
            <a:pPr>
              <a:spcBef>
                <a:spcPts val="1000"/>
              </a:spcBef>
              <a:spcAft>
                <a:spcPts val="1000"/>
              </a:spcAft>
              <a:defRPr sz="2000">
                <a:solidFill>
                  <a:srgbClr val="323232"/>
                </a:solidFill>
              </a:defRPr>
            </a:pPr>
            <a:r>
              <a:t>Dataset preparation and model evaluation are crucial for training accurate CNN models</a:t>
            </a:r>
          </a:p>
          <a:p>
            <a:pPr>
              <a:spcBef>
                <a:spcPts val="1000"/>
              </a:spcBef>
              <a:spcAft>
                <a:spcPts val="1000"/>
              </a:spcAft>
              <a:defRPr sz="2000">
                <a:solidFill>
                  <a:srgbClr val="323232"/>
                </a:solidFill>
              </a:defRPr>
            </a:pPr>
            <a:r>
              <a:t>Techniques such as data augmentation and hyperparameter tuning can be used to improve model performance</a:t>
            </a:r>
          </a:p>
          <a:p>
            <a:pPr>
              <a:spcBef>
                <a:spcPts val="1000"/>
              </a:spcBef>
              <a:spcAft>
                <a:spcPts val="1000"/>
              </a:spcAft>
              <a:defRPr sz="2000">
                <a:solidFill>
                  <a:srgbClr val="323232"/>
                </a:solidFill>
              </a:defRPr>
            </a:pPr>
            <a:r>
              <a:t>Regularization and dropout can be used to prevent overfitting</a:t>
            </a:r>
          </a:p>
          <a:p>
            <a:pPr>
              <a:spcBef>
                <a:spcPts val="1000"/>
              </a:spcBef>
              <a:spcAft>
                <a:spcPts val="1000"/>
              </a:spcAft>
              <a:defRPr sz="2000">
                <a:solidFill>
                  <a:srgbClr val="323232"/>
                </a:solidFill>
              </a:defRPr>
            </a:pPr>
            <a:r>
              <a:t>Image classification with CNNs has numerous real-world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Summary of Image Classification with CNNs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summary, image classification with CNNs is a fundamental task in computer vision, with numerous real-world applications. By understanding the key concepts and techniques involved in dataset preparation, model evaluation, and hyperparameter tuning, developers can train accurate CNN models for image classification tasks. The ability to accurately classify images can have a significant impact on many applications, and the techniques and methodologies developed for image classification with CNNs can be applied to other computer vision tasks, making it a vital area of research in the field of computer vision.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