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Media Bias and Political Communication</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Understanding and Addressing Media Bias in Political Discourse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Types of Media Bias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Confirmation bias: selective reporting to confirm pre-existing views</a:t>
            </a:r>
          </a:p>
          <a:p>
            <a:pPr>
              <a:spcBef>
                <a:spcPts val="1000"/>
              </a:spcBef>
              <a:spcAft>
                <a:spcPts val="1000"/>
              </a:spcAft>
              <a:defRPr sz="2000">
                <a:solidFill>
                  <a:srgbClr val="323232"/>
                </a:solidFill>
              </a:defRPr>
            </a:pPr>
            <a:r>
              <a:t>Omission bias: selectively leaving out information to influence public opinion</a:t>
            </a:r>
          </a:p>
          <a:p>
            <a:pPr>
              <a:spcBef>
                <a:spcPts val="1000"/>
              </a:spcBef>
              <a:spcAft>
                <a:spcPts val="1000"/>
              </a:spcAft>
              <a:defRPr sz="2000">
                <a:solidFill>
                  <a:srgbClr val="323232"/>
                </a:solidFill>
              </a:defRPr>
            </a:pPr>
            <a:r>
              <a:t>Selection bias: choosing which stories to cover to promote a particular agenda</a:t>
            </a:r>
          </a:p>
          <a:p>
            <a:pPr>
              <a:spcBef>
                <a:spcPts val="1000"/>
              </a:spcBef>
              <a:spcAft>
                <a:spcPts val="1000"/>
              </a:spcAft>
              <a:defRPr sz="2000">
                <a:solidFill>
                  <a:srgbClr val="323232"/>
                </a:solidFill>
              </a:defRPr>
            </a:pPr>
            <a:r>
              <a:t>Spin bias: presenting information in a way that favors a particular perspective</a:t>
            </a:r>
          </a:p>
          <a:p>
            <a:pPr>
              <a:spcBef>
                <a:spcPts val="1000"/>
              </a:spcBef>
              <a:spcAft>
                <a:spcPts val="1000"/>
              </a:spcAft>
              <a:defRPr sz="2000">
                <a:solidFill>
                  <a:srgbClr val="323232"/>
                </a:solidFill>
              </a:defRPr>
            </a:pPr>
            <a:r>
              <a:t>Agenda-setting bias: deciding what issues are important to cover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Impact of Media Bias on Public Opinion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Media bias can significantly influence public opinion by shaping the narrative around political issues. When media outlets present biased information, it can lead to the formation of misconceptions and reinforce existing prejudices. Moreover, media bias can also contribute to the polarization of society by creating an 'us versus them' mentality. It is essential to recognize and address media bias to promote a more informed and nuanced public discourse.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Media Bias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Influences public opinion and voting behavior</a:t>
            </a:r>
          </a:p>
          <a:p>
            <a:pPr>
              <a:spcBef>
                <a:spcPts val="1000"/>
              </a:spcBef>
              <a:spcAft>
                <a:spcPts val="1000"/>
              </a:spcAft>
              <a:defRPr sz="2000">
                <a:solidFill>
                  <a:srgbClr val="323232"/>
                </a:solidFill>
              </a:defRPr>
            </a:pPr>
            <a:r>
              <a:t>Undermines trust in institutions and the media</a:t>
            </a:r>
          </a:p>
          <a:p>
            <a:pPr>
              <a:spcBef>
                <a:spcPts val="1000"/>
              </a:spcBef>
              <a:spcAft>
                <a:spcPts val="1000"/>
              </a:spcAft>
              <a:defRPr sz="2000">
                <a:solidFill>
                  <a:srgbClr val="323232"/>
                </a:solidFill>
              </a:defRPr>
            </a:pPr>
            <a:r>
              <a:t>Contributes to the polarization of society</a:t>
            </a:r>
          </a:p>
          <a:p>
            <a:pPr>
              <a:spcBef>
                <a:spcPts val="1000"/>
              </a:spcBef>
              <a:spcAft>
                <a:spcPts val="1000"/>
              </a:spcAft>
              <a:defRPr sz="2000">
                <a:solidFill>
                  <a:srgbClr val="323232"/>
                </a:solidFill>
              </a:defRPr>
            </a:pPr>
            <a:r>
              <a:t>Can lead to the spread of misinformation and propaganda</a:t>
            </a:r>
          </a:p>
          <a:p>
            <a:pPr>
              <a:spcBef>
                <a:spcPts val="1000"/>
              </a:spcBef>
              <a:spcAft>
                <a:spcPts val="1000"/>
              </a:spcAft>
              <a:defRPr sz="2000">
                <a:solidFill>
                  <a:srgbClr val="323232"/>
                </a:solidFill>
              </a:defRPr>
            </a:pPr>
            <a:r>
              <a:t>Threatens the foundations of democracy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Addressing Media Bias: Strategies for Critical Thinking</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To address media bias, it is crucial to develop critical thinking skills. This involves being aware of one's own biases, seeking out diverse sources of information, and evaluating the credibility of news sources. Additionally, media literacy programs can help individuals develop the skills to analyze and interpret media messages effectively. By promoting critical thinking and media literacy, we can mitigate the effects of media bias and foster a more informed and engaged citizenry.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Media bias is a pervasive issue that can influence public opinion and undermine trust in institutions</a:t>
            </a:r>
          </a:p>
          <a:p>
            <a:pPr>
              <a:spcBef>
                <a:spcPts val="1000"/>
              </a:spcBef>
              <a:spcAft>
                <a:spcPts val="1000"/>
              </a:spcAft>
              <a:defRPr sz="2000">
                <a:solidFill>
                  <a:srgbClr val="323232"/>
                </a:solidFill>
              </a:defRPr>
            </a:pPr>
            <a:r>
              <a:t>Recognizing and addressing media bias is crucial for promoting a more informed and nuanced public discourse</a:t>
            </a:r>
          </a:p>
          <a:p>
            <a:pPr>
              <a:spcBef>
                <a:spcPts val="1000"/>
              </a:spcBef>
              <a:spcAft>
                <a:spcPts val="1000"/>
              </a:spcAft>
              <a:defRPr sz="2000">
                <a:solidFill>
                  <a:srgbClr val="323232"/>
                </a:solidFill>
              </a:defRPr>
            </a:pPr>
            <a:r>
              <a:t>Critical thinking and media literacy are essential skills for navigating the complex media landscape</a:t>
            </a:r>
          </a:p>
          <a:p>
            <a:pPr>
              <a:spcBef>
                <a:spcPts val="1000"/>
              </a:spcBef>
              <a:spcAft>
                <a:spcPts val="1000"/>
              </a:spcAft>
              <a:defRPr sz="2000">
                <a:solidFill>
                  <a:srgbClr val="323232"/>
                </a:solidFill>
              </a:defRPr>
            </a:pPr>
            <a:r>
              <a:t>Seeking out diverse sources of information and evaluating credibility are key strategies for mitigating media bias</a:t>
            </a:r>
          </a:p>
          <a:p>
            <a:pPr>
              <a:spcBef>
                <a:spcPts val="1000"/>
              </a:spcBef>
              <a:spcAft>
                <a:spcPts val="1000"/>
              </a:spcAft>
              <a:defRPr sz="2000">
                <a:solidFill>
                  <a:srgbClr val="323232"/>
                </a:solidFill>
              </a:defRPr>
            </a:pPr>
            <a:r>
              <a:t>Promoting media literacy and critical thinking can help foster a more engaged and informed citizenry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Summary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conclusion, media bias is a significant issue that can have far-reaching consequences for public opinion, trust in institutions, and the health of democracy. By understanding the types of media bias, recognizing its impact, and developing strategies for critical thinking and media literacy, we can promote a more informed and nuanced public discourse. It is essential to address media bias and foster a culture of critical thinking and media literacy to ensure that citizens are equipped to navigate the complex media landscape and make informed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