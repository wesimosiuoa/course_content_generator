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Socialism and Communication</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Understanding the Implications of Socialist Ideologies on Political Communication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Core Principles of Socialism</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Emphasis on collective ownership of the means of production</a:t>
            </a:r>
          </a:p>
          <a:p>
            <a:pPr>
              <a:spcBef>
                <a:spcPts val="1000"/>
              </a:spcBef>
              <a:spcAft>
                <a:spcPts val="1000"/>
              </a:spcAft>
              <a:defRPr sz="2000">
                <a:solidFill>
                  <a:srgbClr val="323232"/>
                </a:solidFill>
              </a:defRPr>
            </a:pPr>
            <a:r>
              <a:t>Redistribution of wealth to achieve economic equality</a:t>
            </a:r>
          </a:p>
          <a:p>
            <a:pPr>
              <a:spcBef>
                <a:spcPts val="1000"/>
              </a:spcBef>
              <a:spcAft>
                <a:spcPts val="1000"/>
              </a:spcAft>
              <a:defRPr sz="2000">
                <a:solidFill>
                  <a:srgbClr val="323232"/>
                </a:solidFill>
              </a:defRPr>
            </a:pPr>
            <a:r>
              <a:t>Government regulation of key sectors to protect public interest</a:t>
            </a:r>
          </a:p>
          <a:p>
            <a:pPr>
              <a:spcBef>
                <a:spcPts val="1000"/>
              </a:spcBef>
              <a:spcAft>
                <a:spcPts val="1000"/>
              </a:spcAft>
              <a:defRPr sz="2000">
                <a:solidFill>
                  <a:srgbClr val="323232"/>
                </a:solidFill>
              </a:defRPr>
            </a:pPr>
            <a:r>
              <a:t>Promotion of social welfare and public services</a:t>
            </a:r>
          </a:p>
          <a:p>
            <a:pPr>
              <a:spcBef>
                <a:spcPts val="1000"/>
              </a:spcBef>
              <a:spcAft>
                <a:spcPts val="1000"/>
              </a:spcAft>
              <a:defRPr sz="2000">
                <a:solidFill>
                  <a:srgbClr val="323232"/>
                </a:solidFill>
              </a:defRPr>
            </a:pPr>
            <a:r>
              <a:t>Encouragement of community participation in decision-making processes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Role of Communication in Socialist Ideologies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Effective communication is crucial in socialist ideologies as it enables the dissemination of information, fosters community engagement, and promotes collective action. Socialists often rely on communication strategies that emphasize solidarity, mutual aid, and the empowerment of marginalized groups. By leveraging various communication channels, socialists can raise awareness about social and economic injustices, mobilize support for their cause, and ultimately work towards creating a more equitable society.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Communication Strategies in Socialist Movements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Using social media to mobilize support and raise awareness</a:t>
            </a:r>
          </a:p>
          <a:p>
            <a:pPr>
              <a:spcBef>
                <a:spcPts val="1000"/>
              </a:spcBef>
              <a:spcAft>
                <a:spcPts val="1000"/>
              </a:spcAft>
              <a:defRPr sz="2000">
                <a:solidFill>
                  <a:srgbClr val="323232"/>
                </a:solidFill>
              </a:defRPr>
            </a:pPr>
            <a:r>
              <a:t>Organizing public events and rallies to promote collective action</a:t>
            </a:r>
          </a:p>
          <a:p>
            <a:pPr>
              <a:spcBef>
                <a:spcPts val="1000"/>
              </a:spcBef>
              <a:spcAft>
                <a:spcPts val="1000"/>
              </a:spcAft>
              <a:defRPr sz="2000">
                <a:solidFill>
                  <a:srgbClr val="323232"/>
                </a:solidFill>
              </a:defRPr>
            </a:pPr>
            <a:r>
              <a:t>Engaging in grassroots activism to build community support</a:t>
            </a:r>
          </a:p>
          <a:p>
            <a:pPr>
              <a:spcBef>
                <a:spcPts val="1000"/>
              </a:spcBef>
              <a:spcAft>
                <a:spcPts val="1000"/>
              </a:spcAft>
              <a:defRPr sz="2000">
                <a:solidFill>
                  <a:srgbClr val="323232"/>
                </a:solidFill>
              </a:defRPr>
            </a:pPr>
            <a:r>
              <a:t>Collaborating with other social justice movements to amplify their message</a:t>
            </a:r>
          </a:p>
          <a:p>
            <a:pPr>
              <a:spcBef>
                <a:spcPts val="1000"/>
              </a:spcBef>
              <a:spcAft>
                <a:spcPts val="1000"/>
              </a:spcAft>
              <a:defRPr sz="2000">
                <a:solidFill>
                  <a:srgbClr val="323232"/>
                </a:solidFill>
              </a:defRPr>
            </a:pPr>
            <a:r>
              <a:t>Employing persuasive storytelling to convey the human impact of socialist policies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Socialist Communication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Socialist communication matters because it has the potential to inspire and mobilize people to work towards creating a more just and equitable society. By promoting a sense of community and solidarity, socialist communication can help to counterbalance the dominant ideologies that prioritize individualism and profit over people. Furthermore, socialist communication can provide a platform for marginalized voices to be heard, and can help to challenge the existing power structures that perpetuate inequality and injustice.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Challenges and Limitations of Socialist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Overcoming the dominance of mainstream media outlets</a:t>
            </a:r>
          </a:p>
          <a:p>
            <a:pPr>
              <a:spcBef>
                <a:spcPts val="1000"/>
              </a:spcBef>
              <a:spcAft>
                <a:spcPts val="1000"/>
              </a:spcAft>
              <a:defRPr sz="2000">
                <a:solidFill>
                  <a:srgbClr val="323232"/>
                </a:solidFill>
              </a:defRPr>
            </a:pPr>
            <a:r>
              <a:t>Countering the negative portrayal of socialism in popular culture</a:t>
            </a:r>
          </a:p>
          <a:p>
            <a:pPr>
              <a:spcBef>
                <a:spcPts val="1000"/>
              </a:spcBef>
              <a:spcAft>
                <a:spcPts val="1000"/>
              </a:spcAft>
              <a:defRPr sz="2000">
                <a:solidFill>
                  <a:srgbClr val="323232"/>
                </a:solidFill>
              </a:defRPr>
            </a:pPr>
            <a:r>
              <a:t>Building trust and credibility with skeptical audiences</a:t>
            </a:r>
          </a:p>
          <a:p>
            <a:pPr>
              <a:spcBef>
                <a:spcPts val="1000"/>
              </a:spcBef>
              <a:spcAft>
                <a:spcPts val="1000"/>
              </a:spcAft>
              <a:defRPr sz="2000">
                <a:solidFill>
                  <a:srgbClr val="323232"/>
                </a:solidFill>
              </a:defRPr>
            </a:pPr>
            <a:r>
              <a:t>Addressing internal conflicts and divisions within socialist movements</a:t>
            </a:r>
          </a:p>
          <a:p>
            <a:pPr>
              <a:spcBef>
                <a:spcPts val="1000"/>
              </a:spcBef>
              <a:spcAft>
                <a:spcPts val="1000"/>
              </a:spcAft>
              <a:defRPr sz="2000">
                <a:solidFill>
                  <a:srgbClr val="323232"/>
                </a:solidFill>
              </a:defRPr>
            </a:pPr>
            <a:r>
              <a:t>Adapting to the rapidly changing media landscape and technological advancements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In conclusion, socialist ideologies have significant implications for political communication, and understanding these implications is crucial for effective communication and collective action. By recognizing the importance of communication in socialist movements, we can work towards creating a more just and equitable society, and promote a sense of community and solidarity that can inspire and mobilize people to work towards positive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