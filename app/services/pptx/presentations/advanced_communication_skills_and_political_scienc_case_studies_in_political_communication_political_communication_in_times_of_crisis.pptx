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Political Communication in Times of Crisis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Case Studies in Political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Characteristics of Effective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Transparency and honesty</a:t>
            </a:r>
          </a:p>
          <a:p>
            <a:pPr>
              <a:spcBef>
                <a:spcPts val="1000"/>
              </a:spcBef>
              <a:spcAft>
                <a:spcPts val="1000"/>
              </a:spcAft>
              <a:defRPr sz="2000">
                <a:solidFill>
                  <a:srgbClr val="323232"/>
                </a:solidFill>
              </a:defRPr>
            </a:pPr>
            <a:r>
              <a:t>Timeliness and urgency</a:t>
            </a:r>
          </a:p>
          <a:p>
            <a:pPr>
              <a:spcBef>
                <a:spcPts val="1000"/>
              </a:spcBef>
              <a:spcAft>
                <a:spcPts val="1000"/>
              </a:spcAft>
              <a:defRPr sz="2000">
                <a:solidFill>
                  <a:srgbClr val="323232"/>
                </a:solidFill>
              </a:defRPr>
            </a:pPr>
            <a:r>
              <a:t>Consistency and clarity</a:t>
            </a:r>
          </a:p>
          <a:p>
            <a:pPr>
              <a:spcBef>
                <a:spcPts val="1000"/>
              </a:spcBef>
              <a:spcAft>
                <a:spcPts val="1000"/>
              </a:spcAft>
              <a:defRPr sz="2000">
                <a:solidFill>
                  <a:srgbClr val="323232"/>
                </a:solidFill>
              </a:defRPr>
            </a:pPr>
            <a:r>
              <a:t>Empathy and compassion</a:t>
            </a:r>
          </a:p>
          <a:p>
            <a:pPr>
              <a:spcBef>
                <a:spcPts val="1000"/>
              </a:spcBef>
              <a:spcAft>
                <a:spcPts val="1000"/>
              </a:spcAft>
              <a:defRPr sz="2000">
                <a:solidFill>
                  <a:srgbClr val="323232"/>
                </a:solidFill>
              </a:defRPr>
            </a:pPr>
            <a:r>
              <a:t>Adaptability and flexibility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crisis communication is critical in times of national and international crises. It involves the timely and transparent dissemination of information to the public, stakeholders, and the media. The goal is to mitigate the impact of the crisis, maintain public trust, and promote a swift recovery. This requires a well-coordinated effort from government agencies, emergency responders, and other stakeholders.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Challenges in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Information overload and misinformation</a:t>
            </a:r>
          </a:p>
          <a:p>
            <a:pPr>
              <a:spcBef>
                <a:spcPts val="1000"/>
              </a:spcBef>
              <a:spcAft>
                <a:spcPts val="1000"/>
              </a:spcAft>
              <a:defRPr sz="2000">
                <a:solidFill>
                  <a:srgbClr val="323232"/>
                </a:solidFill>
              </a:defRPr>
            </a:pPr>
            <a:r>
              <a:t>Limited resources and infrastructure</a:t>
            </a:r>
          </a:p>
          <a:p>
            <a:pPr>
              <a:spcBef>
                <a:spcPts val="1000"/>
              </a:spcBef>
              <a:spcAft>
                <a:spcPts val="1000"/>
              </a:spcAft>
              <a:defRPr sz="2000">
                <a:solidFill>
                  <a:srgbClr val="323232"/>
                </a:solidFill>
              </a:defRPr>
            </a:pPr>
            <a:r>
              <a:t>Cultural and linguistic barriers</a:t>
            </a:r>
          </a:p>
          <a:p>
            <a:pPr>
              <a:spcBef>
                <a:spcPts val="1000"/>
              </a:spcBef>
              <a:spcAft>
                <a:spcPts val="1000"/>
              </a:spcAft>
              <a:defRPr sz="2000">
                <a:solidFill>
                  <a:srgbClr val="323232"/>
                </a:solidFill>
              </a:defRPr>
            </a:pPr>
            <a:r>
              <a:t>Time constraints and pressure</a:t>
            </a:r>
          </a:p>
          <a:p>
            <a:pPr>
              <a:spcBef>
                <a:spcPts val="1000"/>
              </a:spcBef>
              <a:spcAft>
                <a:spcPts val="1000"/>
              </a:spcAft>
              <a:defRPr sz="2000">
                <a:solidFill>
                  <a:srgbClr val="323232"/>
                </a:solidFill>
              </a:defRPr>
            </a:pPr>
            <a:r>
              <a:t>Balancing transparency with national security concerns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Effective Crisis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crisis communication is essential for maintaining public trust, preventing panic, and promoting a swift recovery. It can also help to prevent the spread of misinformation, reduce the risk of secondary disasters, and facilitate a more coordinated response effort. Furthermore, effective crisis communication can enhance the credibility and legitimacy of government agencies and other stakeholders, which is critical in times of crisis.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Best Practices in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Establish a clear and consistent message</a:t>
            </a:r>
          </a:p>
          <a:p>
            <a:pPr>
              <a:spcBef>
                <a:spcPts val="1000"/>
              </a:spcBef>
              <a:spcAft>
                <a:spcPts val="1000"/>
              </a:spcAft>
              <a:defRPr sz="2000">
                <a:solidFill>
                  <a:srgbClr val="323232"/>
                </a:solidFill>
              </a:defRPr>
            </a:pPr>
            <a:r>
              <a:t>Use multiple channels and platforms</a:t>
            </a:r>
          </a:p>
          <a:p>
            <a:pPr>
              <a:spcBef>
                <a:spcPts val="1000"/>
              </a:spcBef>
              <a:spcAft>
                <a:spcPts val="1000"/>
              </a:spcAft>
              <a:defRPr sz="2000">
                <a:solidFill>
                  <a:srgbClr val="323232"/>
                </a:solidFill>
              </a:defRPr>
            </a:pPr>
            <a:r>
              <a:t>Provide regular updates and progress reports</a:t>
            </a:r>
          </a:p>
          <a:p>
            <a:pPr>
              <a:spcBef>
                <a:spcPts val="1000"/>
              </a:spcBef>
              <a:spcAft>
                <a:spcPts val="1000"/>
              </a:spcAft>
              <a:defRPr sz="2000">
                <a:solidFill>
                  <a:srgbClr val="323232"/>
                </a:solidFill>
              </a:defRPr>
            </a:pPr>
            <a:r>
              <a:t>Foster a culture of transparency and accountability</a:t>
            </a:r>
          </a:p>
          <a:p>
            <a:pPr>
              <a:spcBef>
                <a:spcPts val="1000"/>
              </a:spcBef>
              <a:spcAft>
                <a:spcPts val="1000"/>
              </a:spcAft>
              <a:defRPr sz="2000">
                <a:solidFill>
                  <a:srgbClr val="323232"/>
                </a:solidFill>
              </a:defRPr>
            </a:pPr>
            <a:r>
              <a:t>Engage with the public and stakeholders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effective crisis communication is critical in times of national and international crises. It requires a well-coordinated effort, transparency, timeliness, and consistency. By understanding the characteristics, challenges, and best practices of crisis communication, individuals and organizations can better prepare for and respond to crises, ultimately mitigating their impact and promoting a swift recovery.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