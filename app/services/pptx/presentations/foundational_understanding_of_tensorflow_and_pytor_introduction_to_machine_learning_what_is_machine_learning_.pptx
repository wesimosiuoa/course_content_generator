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Foundational Understanding of Tensorflow and PyTorch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</a:t>
            </a:r>
          </a:p>
          <a:p>
            <a:pPr/>
            <a:r>
              <a:t>Algorithms</a:t>
            </a:r>
          </a:p>
          <a:p>
            <a:pPr/>
            <a:r>
              <a:t>Models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Supervised</a:t>
            </a:r>
          </a:p>
          <a:p>
            <a:pPr/>
            <a:r>
              <a:t>Unsupervised</a:t>
            </a:r>
          </a:p>
          <a:p>
            <a:pPr/>
            <a:r>
              <a:t>Reinforcement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Vision</a:t>
            </a:r>
          </a:p>
          <a:p>
            <a:pPr/>
            <a:r>
              <a:t>Speech</a:t>
            </a:r>
          </a:p>
          <a:p>
            <a:pPr/>
            <a:r>
              <a:t>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Machine Learning Basics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</a:t>
            </a:r>
          </a:p>
          <a:p>
            <a:pPr/>
            <a:r>
              <a:t>Train</a:t>
            </a:r>
          </a:p>
          <a:p>
            <a:pPr/>
            <a:r>
              <a:t>Test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Getting Started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Beginner's Guide to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