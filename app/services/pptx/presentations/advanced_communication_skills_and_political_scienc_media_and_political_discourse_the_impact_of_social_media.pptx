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The Impact of Social Media</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Advanced Communication Skills and Political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Role of Social Media in Politics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Social media platforms have become a primary source of news and information for many citizens</a:t>
            </a:r>
          </a:p>
          <a:p>
            <a:pPr>
              <a:spcBef>
                <a:spcPts val="1000"/>
              </a:spcBef>
              <a:spcAft>
                <a:spcPts val="1000"/>
              </a:spcAft>
              <a:defRPr sz="2000">
                <a:solidFill>
                  <a:srgbClr val="323232"/>
                </a:solidFill>
              </a:defRPr>
            </a:pPr>
            <a:r>
              <a:t>Politicians and political parties use social media to communicate with voters and promote their agendas</a:t>
            </a:r>
          </a:p>
          <a:p>
            <a:pPr>
              <a:spcBef>
                <a:spcPts val="1000"/>
              </a:spcBef>
              <a:spcAft>
                <a:spcPts val="1000"/>
              </a:spcAft>
              <a:defRPr sz="2000">
                <a:solidFill>
                  <a:srgbClr val="323232"/>
                </a:solidFill>
              </a:defRPr>
            </a:pPr>
            <a:r>
              <a:t>Social media has enabled new forms of political engagement, such as online activism and crowdfunding</a:t>
            </a:r>
          </a:p>
          <a:p>
            <a:pPr>
              <a:spcBef>
                <a:spcPts val="1000"/>
              </a:spcBef>
              <a:spcAft>
                <a:spcPts val="1000"/>
              </a:spcAft>
              <a:defRPr sz="2000">
                <a:solidFill>
                  <a:srgbClr val="323232"/>
                </a:solidFill>
              </a:defRPr>
            </a:pPr>
            <a:r>
              <a:t>Social media algorithms can amplify or suppress political content, influencing public opinion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Power of Social Media in Shaping Public Opinion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Social media has become a crucial factor in shaping public opinion, with many people relying on social media platforms for news and information. This has significant implications for political communication, as social media can be used to spread misinformation or propaganda, as well as to promote democratic values and civic engagement. Effective use of social media can help politicians and political parties to build support, mobilize voters, and shape the public agenda.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Social Media Matters in Politics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Social media can increase voter turnout and civic engagement</a:t>
            </a:r>
          </a:p>
          <a:p>
            <a:pPr>
              <a:spcBef>
                <a:spcPts val="1000"/>
              </a:spcBef>
              <a:spcAft>
                <a:spcPts val="1000"/>
              </a:spcAft>
              <a:defRPr sz="2000">
                <a:solidFill>
                  <a:srgbClr val="323232"/>
                </a:solidFill>
              </a:defRPr>
            </a:pPr>
            <a:r>
              <a:t>Social media can provide a platform for marginalized voices and underrepresented groups</a:t>
            </a:r>
          </a:p>
          <a:p>
            <a:pPr>
              <a:spcBef>
                <a:spcPts val="1000"/>
              </a:spcBef>
              <a:spcAft>
                <a:spcPts val="1000"/>
              </a:spcAft>
              <a:defRPr sz="2000">
                <a:solidFill>
                  <a:srgbClr val="323232"/>
                </a:solidFill>
              </a:defRPr>
            </a:pPr>
            <a:r>
              <a:t>Social media can facilitate direct communication between politicians and citizens</a:t>
            </a:r>
          </a:p>
          <a:p>
            <a:pPr>
              <a:spcBef>
                <a:spcPts val="1000"/>
              </a:spcBef>
              <a:spcAft>
                <a:spcPts val="1000"/>
              </a:spcAft>
              <a:defRPr sz="2000">
                <a:solidFill>
                  <a:srgbClr val="323232"/>
                </a:solidFill>
              </a:defRPr>
            </a:pPr>
            <a:r>
              <a:t>Social media can be used to fact-check and debunk misinformation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Challenges of Social Media in Politics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Despite its many benefits, social media also poses significant challenges for political communication. The spread of misinformation and disinformation can have serious consequences, including the erosion of trust in institutions and the manipulation of public opinion. Furthermore, social media can amplify extremist or polarizing views, contributing to social division and conflict. To mitigate these risks, it is essential to promote media literacy, critical thinking, and fact-based discourse on social media platforms.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Social media is a critical component of modern political communication</a:t>
            </a:r>
          </a:p>
          <a:p>
            <a:pPr>
              <a:spcBef>
                <a:spcPts val="1000"/>
              </a:spcBef>
              <a:spcAft>
                <a:spcPts val="1000"/>
              </a:spcAft>
              <a:defRPr sz="2000">
                <a:solidFill>
                  <a:srgbClr val="323232"/>
                </a:solidFill>
              </a:defRPr>
            </a:pPr>
            <a:r>
              <a:t>Effective use of social media requires a deep understanding of its strengths and limitations</a:t>
            </a:r>
          </a:p>
          <a:p>
            <a:pPr>
              <a:spcBef>
                <a:spcPts val="1000"/>
              </a:spcBef>
              <a:spcAft>
                <a:spcPts val="1000"/>
              </a:spcAft>
              <a:defRPr sz="2000">
                <a:solidFill>
                  <a:srgbClr val="323232"/>
                </a:solidFill>
              </a:defRPr>
            </a:pPr>
            <a:r>
              <a:t>Social media can be used to promote democratic values and civic engagement</a:t>
            </a:r>
          </a:p>
          <a:p>
            <a:pPr>
              <a:spcBef>
                <a:spcPts val="1000"/>
              </a:spcBef>
              <a:spcAft>
                <a:spcPts val="1000"/>
              </a:spcAft>
              <a:defRPr sz="2000">
                <a:solidFill>
                  <a:srgbClr val="323232"/>
                </a:solidFill>
              </a:defRPr>
            </a:pPr>
            <a:r>
              <a:t>Social media poses significant challenges, including the spread of misinformation and disinformation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impact of social media on modern political communication has significant implications for the health of democracy and the functioning of political systems. As social media continues to evolve and play an increasingly important role in shaping public opinion, it is essential to understand its effects and to develop strategies for promoting responsible and effective use of social media in politics. By doing so, we can harness the potential of social media to promote democratic values, civic engagement, and fact-based discourse.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