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Historical Development of Political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Early Forms of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Oratory and rhetoric in ancient Greece and Rome</a:t>
            </a:r>
          </a:p>
          <a:p>
            <a:pPr>
              <a:spcBef>
                <a:spcPts val="1000"/>
              </a:spcBef>
              <a:spcAft>
                <a:spcPts val="1000"/>
              </a:spcAft>
              <a:defRPr sz="2000">
                <a:solidFill>
                  <a:srgbClr val="323232"/>
                </a:solidFill>
              </a:defRPr>
            </a:pPr>
            <a:r>
              <a:t>Print media and pamphleteering in the 17th and 18th centuries</a:t>
            </a:r>
          </a:p>
          <a:p>
            <a:pPr>
              <a:spcBef>
                <a:spcPts val="1000"/>
              </a:spcBef>
              <a:spcAft>
                <a:spcPts val="1000"/>
              </a:spcAft>
              <a:defRPr sz="2000">
                <a:solidFill>
                  <a:srgbClr val="323232"/>
                </a:solidFill>
              </a:defRPr>
            </a:pPr>
            <a:r>
              <a:t>Emergence of newspapers and journalism in the 19th century</a:t>
            </a:r>
          </a:p>
          <a:p>
            <a:pPr>
              <a:spcBef>
                <a:spcPts val="1000"/>
              </a:spcBef>
              <a:spcAft>
                <a:spcPts val="1000"/>
              </a:spcAft>
              <a:defRPr sz="2000">
                <a:solidFill>
                  <a:srgbClr val="323232"/>
                </a:solidFill>
              </a:defRPr>
            </a:pPr>
            <a:r>
              <a:t>Role of radio in political communication in the early 20th century</a:t>
            </a:r>
          </a:p>
          <a:p>
            <a:pPr>
              <a:spcBef>
                <a:spcPts val="1000"/>
              </a:spcBef>
              <a:spcAft>
                <a:spcPts val="1000"/>
              </a:spcAft>
              <a:defRPr sz="2000">
                <a:solidFill>
                  <a:srgbClr val="323232"/>
                </a:solidFill>
              </a:defRPr>
            </a:pPr>
            <a:r>
              <a:t>Influence of television on political campaigns and public discourse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Evolution of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development of political communication has been shaped by technological advancements, societal changes, and the needs of political leaders and citizens. From the early forms of oratory and print media to the modern era of digital communication, political communication has played a crucial role in shaping public opinion, influencing political decisions, and facilitating democratic participation. Understanding the historical development of political communication is essential for appreciating the complexities of contemporary political discourse and the challenges of effective political communication in the digital 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Milestones in the Development of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The advent of television and its impact on political campaigns</a:t>
            </a:r>
          </a:p>
          <a:p>
            <a:pPr>
              <a:spcBef>
                <a:spcPts val="1000"/>
              </a:spcBef>
              <a:spcAft>
                <a:spcPts val="1000"/>
              </a:spcAft>
              <a:defRPr sz="2000">
                <a:solidFill>
                  <a:srgbClr val="323232"/>
                </a:solidFill>
              </a:defRPr>
            </a:pPr>
            <a:r>
              <a:t>The rise of cable news and 24-hour news cycles</a:t>
            </a:r>
          </a:p>
          <a:p>
            <a:pPr>
              <a:spcBef>
                <a:spcPts val="1000"/>
              </a:spcBef>
              <a:spcAft>
                <a:spcPts val="1000"/>
              </a:spcAft>
              <a:defRPr sz="2000">
                <a:solidFill>
                  <a:srgbClr val="323232"/>
                </a:solidFill>
              </a:defRPr>
            </a:pPr>
            <a:r>
              <a:t>The emergence of the internet and social media as political communication tools</a:t>
            </a:r>
          </a:p>
          <a:p>
            <a:pPr>
              <a:spcBef>
                <a:spcPts val="1000"/>
              </a:spcBef>
              <a:spcAft>
                <a:spcPts val="1000"/>
              </a:spcAft>
              <a:defRPr sz="2000">
                <a:solidFill>
                  <a:srgbClr val="323232"/>
                </a:solidFill>
              </a:defRPr>
            </a:pPr>
            <a:r>
              <a:t>The growing importance of data analytics and micro-targeting in political campaigns</a:t>
            </a:r>
          </a:p>
          <a:p>
            <a:pPr>
              <a:spcBef>
                <a:spcPts val="1000"/>
              </a:spcBef>
              <a:spcAft>
                <a:spcPts val="1000"/>
              </a:spcAft>
              <a:defRPr sz="2000">
                <a:solidFill>
                  <a:srgbClr val="323232"/>
                </a:solidFill>
              </a:defRPr>
            </a:pPr>
            <a:r>
              <a:t>The increasing role of social media influencers and online activists in shaping public opinion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historical development of political communication matters because it helps us understand how political leaders and citizens have adapted to changing technological, social, and political contexts. By examining the evolution of political communication, we can gain insights into the ways in which political discourse is shaped, how public opinion is influenced, and how democratic participation is facilitated. Moreover, understanding the historical development of political communication can inform our analysis of contemporary political challenges, such as the role of fake news, disinformation, and social media manipulation in political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Political communication has evolved significantly over time, shaped by technological advancements and societal changes</a:t>
            </a:r>
          </a:p>
          <a:p>
            <a:pPr>
              <a:spcBef>
                <a:spcPts val="1000"/>
              </a:spcBef>
              <a:spcAft>
                <a:spcPts val="1000"/>
              </a:spcAft>
              <a:defRPr sz="2000">
                <a:solidFill>
                  <a:srgbClr val="323232"/>
                </a:solidFill>
              </a:defRPr>
            </a:pPr>
            <a:r>
              <a:t>Effective political communication requires an understanding of the historical context and the adaptability to changing circumstances</a:t>
            </a:r>
          </a:p>
          <a:p>
            <a:pPr>
              <a:spcBef>
                <a:spcPts val="1000"/>
              </a:spcBef>
              <a:spcAft>
                <a:spcPts val="1000"/>
              </a:spcAft>
              <a:defRPr sz="2000">
                <a:solidFill>
                  <a:srgbClr val="323232"/>
                </a:solidFill>
              </a:defRPr>
            </a:pPr>
            <a:r>
              <a:t>The development of political communication has significant implications for democratic participation, public opinion, and political decision-making</a:t>
            </a:r>
          </a:p>
          <a:p>
            <a:pPr>
              <a:spcBef>
                <a:spcPts val="1000"/>
              </a:spcBef>
              <a:spcAft>
                <a:spcPts val="1000"/>
              </a:spcAft>
              <a:defRPr sz="2000">
                <a:solidFill>
                  <a:srgbClr val="323232"/>
                </a:solidFill>
              </a:defRPr>
            </a:pPr>
            <a:r>
              <a:t>The study of political communication is essential for navigating the complexities of contemporary political discourse</a:t>
            </a:r>
          </a:p>
          <a:p>
            <a:pPr>
              <a:spcBef>
                <a:spcPts val="1000"/>
              </a:spcBef>
              <a:spcAft>
                <a:spcPts val="1000"/>
              </a:spcAft>
              <a:defRPr sz="2000">
                <a:solidFill>
                  <a:srgbClr val="323232"/>
                </a:solidFill>
              </a:defRPr>
            </a:pPr>
            <a:r>
              <a:t>The historical development of political communication provides a framework for analyzing contemporary political challenges and opportunities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the historical development of political communication is a rich and complex topic that spans centuries, technologies, and societal changes. By examining the evolution of political communication, we can gain a deeper understanding of the ways in which political discourse is shaped, how public opinion is influenced, and how democratic participation is facilitated. As we move forward in the digital age, it is essential to appreciate the historical context of political communication and to recognize the significance of effective political communication in shaping the future of democracy.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