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9144000" cy="19431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8229600" cy="1828800"/>
          </a:xfrm>
          <a:prstGeom prst="rect">
            <a:avLst/>
          </a:prstGeom>
          <a:noFill/>
        </p:spPr>
        <p:txBody>
          <a:bodyPr wrap="square" anchor="ctr">
            <a:spAutoFit/>
          </a:bodyPr>
          <a:lstStyle/>
          <a:p>
            <a:pPr algn="ctr">
              <a:defRPr sz="5400" b="1">
                <a:solidFill>
                  <a:srgbClr val="FFFFFF"/>
                </a:solidFill>
              </a:defRPr>
            </a:pPr>
            <a:r>
              <a:t>Communication Strategies in Politics</a:t>
            </a:r>
          </a:p>
        </p:txBody>
      </p:sp>
      <p:sp>
        <p:nvSpPr>
          <p:cNvPr id="5" name="TextBox 4"/>
          <p:cNvSpPr txBox="1"/>
          <p:nvPr/>
        </p:nvSpPr>
        <p:spPr>
          <a:xfrm>
            <a:off x="457200" y="3383280"/>
            <a:ext cx="8229600" cy="1371600"/>
          </a:xfrm>
          <a:prstGeom prst="rect">
            <a:avLst/>
          </a:prstGeom>
          <a:noFill/>
        </p:spPr>
        <p:txBody>
          <a:bodyPr wrap="square">
            <a:spAutoFit/>
          </a:bodyPr>
          <a:lstStyle/>
          <a:p>
            <a:pPr algn="ctr">
              <a:defRPr sz="2800">
                <a:solidFill>
                  <a:srgbClr val="1967D2"/>
                </a:solidFill>
              </a:defRPr>
            </a:pPr>
            <a:r>
              <a:t>Crafting Political Messages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Key Components of Political Messages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2</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Clear and concise language</a:t>
            </a:r>
          </a:p>
          <a:p>
            <a:pPr>
              <a:spcBef>
                <a:spcPts val="1000"/>
              </a:spcBef>
              <a:spcAft>
                <a:spcPts val="1000"/>
              </a:spcAft>
              <a:defRPr sz="2000">
                <a:solidFill>
                  <a:srgbClr val="323232"/>
                </a:solidFill>
              </a:defRPr>
            </a:pPr>
            <a:r>
              <a:t>Emotional appeal to the target audience</a:t>
            </a:r>
          </a:p>
          <a:p>
            <a:pPr>
              <a:spcBef>
                <a:spcPts val="1000"/>
              </a:spcBef>
              <a:spcAft>
                <a:spcPts val="1000"/>
              </a:spcAft>
              <a:defRPr sz="2000">
                <a:solidFill>
                  <a:srgbClr val="323232"/>
                </a:solidFill>
              </a:defRPr>
            </a:pPr>
            <a:r>
              <a:t>Strong narrative with a clear call to action</a:t>
            </a:r>
          </a:p>
          <a:p>
            <a:pPr>
              <a:spcBef>
                <a:spcPts val="1000"/>
              </a:spcBef>
              <a:spcAft>
                <a:spcPts val="1000"/>
              </a:spcAft>
              <a:defRPr sz="2000">
                <a:solidFill>
                  <a:srgbClr val="323232"/>
                </a:solidFill>
              </a:defRPr>
            </a:pPr>
            <a:r>
              <a:t>Credibility and authenticity of the messenger</a:t>
            </a:r>
          </a:p>
          <a:p>
            <a:pPr>
              <a:spcBef>
                <a:spcPts val="1000"/>
              </a:spcBef>
              <a:spcAft>
                <a:spcPts val="1000"/>
              </a:spcAft>
              <a:defRPr sz="2000">
                <a:solidFill>
                  <a:srgbClr val="323232"/>
                </a:solidFill>
              </a:defRPr>
            </a:pPr>
            <a:r>
              <a:t>Relevance to current events and policies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The Importance of Audience Analysis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3</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Understanding the target audience is crucial in crafting effective political messages. This involves analyzing demographics, values, and concerns to tailor the message and increase its resonance. A well-crafted message that resonates with the audience can significantly enhance the credibility and influence of the political figure or organization.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Techniques for Creating Compelling Messages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4</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Using storytelling to connect with the audience</a:t>
            </a:r>
          </a:p>
          <a:p>
            <a:pPr>
              <a:spcBef>
                <a:spcPts val="1000"/>
              </a:spcBef>
              <a:spcAft>
                <a:spcPts val="1000"/>
              </a:spcAft>
              <a:defRPr sz="2000">
                <a:solidFill>
                  <a:srgbClr val="323232"/>
                </a:solidFill>
              </a:defRPr>
            </a:pPr>
            <a:r>
              <a:t>Employing rhetorical devices such as metaphors and analogies</a:t>
            </a:r>
          </a:p>
          <a:p>
            <a:pPr>
              <a:spcBef>
                <a:spcPts val="1000"/>
              </a:spcBef>
              <a:spcAft>
                <a:spcPts val="1000"/>
              </a:spcAft>
              <a:defRPr sz="2000">
                <a:solidFill>
                  <a:srgbClr val="323232"/>
                </a:solidFill>
              </a:defRPr>
            </a:pPr>
            <a:r>
              <a:t>Incorporating visual elements to enhance engagement</a:t>
            </a:r>
          </a:p>
          <a:p>
            <a:pPr>
              <a:spcBef>
                <a:spcPts val="1000"/>
              </a:spcBef>
              <a:spcAft>
                <a:spcPts val="1000"/>
              </a:spcAft>
              <a:defRPr sz="2000">
                <a:solidFill>
                  <a:srgbClr val="323232"/>
                </a:solidFill>
              </a:defRPr>
            </a:pPr>
            <a:r>
              <a:t>Leveraging social media platforms to reach a wider audience</a:t>
            </a:r>
          </a:p>
          <a:p>
            <a:pPr>
              <a:spcBef>
                <a:spcPts val="1000"/>
              </a:spcBef>
              <a:spcAft>
                <a:spcPts val="1000"/>
              </a:spcAft>
              <a:defRPr sz="2000">
                <a:solidFill>
                  <a:srgbClr val="323232"/>
                </a:solidFill>
              </a:defRPr>
            </a:pPr>
            <a:r>
              <a:t>Utilizing persuasive language and emotional appeals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Why Crafting Political Messages Matters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5</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Crafting political messages is essential in today's political landscape, as it enables politicians and organizations to effectively communicate their vision, values, and policies to the public. A well-crafted message can inspire, motivate, and mobilize supporters, while a poorly crafted one can lead to confusion, disengagement, and loss of credibility. Therefore, it is crucial for political figures and organizations to invest time and effort in developing clear, concise, and compelling messages that resonate with their target audience.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Common Pitfalls in Crafting Political Messages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6</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Using jargon or technical language that alienates the audience</a:t>
            </a:r>
          </a:p>
          <a:p>
            <a:pPr>
              <a:spcBef>
                <a:spcPts val="1000"/>
              </a:spcBef>
              <a:spcAft>
                <a:spcPts val="1000"/>
              </a:spcAft>
              <a:defRPr sz="2000">
                <a:solidFill>
                  <a:srgbClr val="323232"/>
                </a:solidFill>
              </a:defRPr>
            </a:pPr>
            <a:r>
              <a:t>Failing to consider the audience's values and concerns</a:t>
            </a:r>
          </a:p>
          <a:p>
            <a:pPr>
              <a:spcBef>
                <a:spcPts val="1000"/>
              </a:spcBef>
              <a:spcAft>
                <a:spcPts val="1000"/>
              </a:spcAft>
              <a:defRPr sz="2000">
                <a:solidFill>
                  <a:srgbClr val="323232"/>
                </a:solidFill>
              </a:defRPr>
            </a:pPr>
            <a:r>
              <a:t>Being inconsistent or contradictory in the message</a:t>
            </a:r>
          </a:p>
          <a:p>
            <a:pPr>
              <a:spcBef>
                <a:spcPts val="1000"/>
              </a:spcBef>
              <a:spcAft>
                <a:spcPts val="1000"/>
              </a:spcAft>
              <a:defRPr sz="2000">
                <a:solidFill>
                  <a:srgbClr val="323232"/>
                </a:solidFill>
              </a:defRPr>
            </a:pPr>
            <a:r>
              <a:t>Ignoring the role of emotions in decision-making</a:t>
            </a:r>
          </a:p>
          <a:p>
            <a:pPr>
              <a:spcBef>
                <a:spcPts val="1000"/>
              </a:spcBef>
              <a:spcAft>
                <a:spcPts val="1000"/>
              </a:spcAft>
              <a:defRPr sz="2000">
                <a:solidFill>
                  <a:srgbClr val="323232"/>
                </a:solidFill>
              </a:defRPr>
            </a:pPr>
            <a:r>
              <a:t>Not adapting the message to different communication channels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Key Takeaway</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7</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Crafting effective political messages requires a deep understanding of the target audience, a clear and concise language, and a compelling narrative that resonates with the audience. By avoiding common pitfalls and incorporating techniques such as storytelling, rhetorical devices, and visual elements, political figures and organizations can develop messages that inspire, motivate, and mobilize their supporters, ultimately achieving their goals and objectives.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