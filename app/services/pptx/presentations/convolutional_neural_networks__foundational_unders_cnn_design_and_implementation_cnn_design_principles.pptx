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Convolutional Neural Networks: Foundational Understanding</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Module: CNN Design and Implementation, Lesson: CNN Design Principles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Principles for Effective CNN Design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Local Connectivity: Neurons only connect to nearby neurons</a:t>
            </a:r>
          </a:p>
          <a:p>
            <a:pPr>
              <a:spcBef>
                <a:spcPts val="1000"/>
              </a:spcBef>
              <a:spcAft>
                <a:spcPts val="1000"/>
              </a:spcAft>
              <a:defRPr sz="2000">
                <a:solidFill>
                  <a:srgbClr val="323232"/>
                </a:solidFill>
              </a:defRPr>
            </a:pPr>
            <a:r>
              <a:t>Shared Weights: Weights are shared across multiple neurons</a:t>
            </a:r>
          </a:p>
          <a:p>
            <a:pPr>
              <a:spcBef>
                <a:spcPts val="1000"/>
              </a:spcBef>
              <a:spcAft>
                <a:spcPts val="1000"/>
              </a:spcAft>
              <a:defRPr sz="2000">
                <a:solidFill>
                  <a:srgbClr val="323232"/>
                </a:solidFill>
              </a:defRPr>
            </a:pPr>
            <a:r>
              <a:t>Pooling: Downsampling feature maps to reduce spatial dimensions</a:t>
            </a:r>
          </a:p>
          <a:p>
            <a:pPr>
              <a:spcBef>
                <a:spcPts val="1000"/>
              </a:spcBef>
              <a:spcAft>
                <a:spcPts val="1000"/>
              </a:spcAft>
              <a:defRPr sz="2000">
                <a:solidFill>
                  <a:srgbClr val="323232"/>
                </a:solidFill>
              </a:defRPr>
            </a:pPr>
            <a:r>
              <a:t>Depth: Increasing number of layers to learn abstract features</a:t>
            </a:r>
          </a:p>
          <a:p>
            <a:pPr>
              <a:spcBef>
                <a:spcPts val="1000"/>
              </a:spcBef>
              <a:spcAft>
                <a:spcPts val="1000"/>
              </a:spcAft>
              <a:defRPr sz="2000">
                <a:solidFill>
                  <a:srgbClr val="323232"/>
                </a:solidFill>
              </a:defRPr>
            </a:pPr>
            <a:r>
              <a:t>Batch Normalization: Normalizing inputs to each layer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Importance of Local Connectivity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Local connectivity is a fundamental principle of CNN design, as it allows the network to capture local patterns and features in the input data. By only connecting neurons to nearby neurons, the network can learn to recognize edges, textures, and other local features that are essential for image recognition tasks. This design principle also helps to reduce the number of parameters in the network, making it more efficient and easier to train.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Benefits of Using Convolutional Layers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Improved Image Recognition Accuracy</a:t>
            </a:r>
          </a:p>
          <a:p>
            <a:pPr>
              <a:spcBef>
                <a:spcPts val="1000"/>
              </a:spcBef>
              <a:spcAft>
                <a:spcPts val="1000"/>
              </a:spcAft>
              <a:defRPr sz="2000">
                <a:solidFill>
                  <a:srgbClr val="323232"/>
                </a:solidFill>
              </a:defRPr>
            </a:pPr>
            <a:r>
              <a:t>Reduced Number of Parameters</a:t>
            </a:r>
          </a:p>
          <a:p>
            <a:pPr>
              <a:spcBef>
                <a:spcPts val="1000"/>
              </a:spcBef>
              <a:spcAft>
                <a:spcPts val="1000"/>
              </a:spcAft>
              <a:defRPr sz="2000">
                <a:solidFill>
                  <a:srgbClr val="323232"/>
                </a:solidFill>
              </a:defRPr>
            </a:pPr>
            <a:r>
              <a:t>Increased Robustness to Input Variations</a:t>
            </a:r>
          </a:p>
          <a:p>
            <a:pPr>
              <a:spcBef>
                <a:spcPts val="1000"/>
              </a:spcBef>
              <a:spcAft>
                <a:spcPts val="1000"/>
              </a:spcAft>
              <a:defRPr sz="2000">
                <a:solidFill>
                  <a:srgbClr val="323232"/>
                </a:solidFill>
              </a:defRPr>
            </a:pPr>
            <a:r>
              <a:t>Ability to Learn Abstract Features</a:t>
            </a:r>
          </a:p>
          <a:p>
            <a:pPr>
              <a:spcBef>
                <a:spcPts val="1000"/>
              </a:spcBef>
              <a:spcAft>
                <a:spcPts val="1000"/>
              </a:spcAft>
              <a:defRPr sz="2000">
                <a:solidFill>
                  <a:srgbClr val="323232"/>
                </a:solidFill>
              </a:defRPr>
            </a:pPr>
            <a:r>
              <a:t>Efficient Use of Computational Resources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This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Understanding the design principles of CNNs is crucial for developing effective architectures that can solve real-world problems. By applying these principles, developers can create networks that are not only accurate but also efficient and scalable. This is particularly important in applications such as self-driving cars, medical imaging, and surveillance systems, where accuracy and reliability are critical.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Best Practices for Implementing CNNs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Use Pre-Trained Models as a Starting Point</a:t>
            </a:r>
          </a:p>
          <a:p>
            <a:pPr>
              <a:spcBef>
                <a:spcPts val="1000"/>
              </a:spcBef>
              <a:spcAft>
                <a:spcPts val="1000"/>
              </a:spcAft>
              <a:defRPr sz="2000">
                <a:solidFill>
                  <a:srgbClr val="323232"/>
                </a:solidFill>
              </a:defRPr>
            </a:pPr>
            <a:r>
              <a:t>Regularly Monitor and Adjust Hyperparameters</a:t>
            </a:r>
          </a:p>
          <a:p>
            <a:pPr>
              <a:spcBef>
                <a:spcPts val="1000"/>
              </a:spcBef>
              <a:spcAft>
                <a:spcPts val="1000"/>
              </a:spcAft>
              <a:defRPr sz="2000">
                <a:solidFill>
                  <a:srgbClr val="323232"/>
                </a:solidFill>
              </a:defRPr>
            </a:pPr>
            <a:r>
              <a:t>Use Data Augmentation to Increase Training Data</a:t>
            </a:r>
          </a:p>
          <a:p>
            <a:pPr>
              <a:spcBef>
                <a:spcPts val="1000"/>
              </a:spcBef>
              <a:spcAft>
                <a:spcPts val="1000"/>
              </a:spcAft>
              <a:defRPr sz="2000">
                <a:solidFill>
                  <a:srgbClr val="323232"/>
                </a:solidFill>
              </a:defRPr>
            </a:pPr>
            <a:r>
              <a:t>Implement Batch Normalization and Dropout</a:t>
            </a:r>
          </a:p>
          <a:p>
            <a:pPr>
              <a:spcBef>
                <a:spcPts val="1000"/>
              </a:spcBef>
              <a:spcAft>
                <a:spcPts val="1000"/>
              </a:spcAft>
              <a:defRPr sz="2000">
                <a:solidFill>
                  <a:srgbClr val="323232"/>
                </a:solidFill>
              </a:defRPr>
            </a:pPr>
            <a:r>
              <a:t>Use Transfer Learning to Adapt to New Tasks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key to designing effective CNN architectures is to understand the fundamental principles of local connectivity, shared weights, pooling, and depth. By applying these principles and following best practices for implementation, developers can create networks that are accurate, efficient, and scalable. Remember to regularly monitor and adjust hyperparameters, use data augmentation and batch normalization, and implement transfer learning to adapt to new tasks.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