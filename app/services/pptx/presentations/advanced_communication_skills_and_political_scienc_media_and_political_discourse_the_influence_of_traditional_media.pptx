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The Influence of Traditional Media</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Shaping Political Discourse in Advanced Communication Skills and Political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Role of Traditional Media in Politics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Agenda-setting: influencing public discourse by choosing which stories to cover</a:t>
            </a:r>
          </a:p>
          <a:p>
            <a:pPr>
              <a:spcBef>
                <a:spcPts val="1000"/>
              </a:spcBef>
              <a:spcAft>
                <a:spcPts val="1000"/>
              </a:spcAft>
              <a:defRPr sz="2000">
                <a:solidFill>
                  <a:srgbClr val="323232"/>
                </a:solidFill>
              </a:defRPr>
            </a:pPr>
            <a:r>
              <a:t>Framing: presenting information in a way that shapes public perception</a:t>
            </a:r>
          </a:p>
          <a:p>
            <a:pPr>
              <a:spcBef>
                <a:spcPts val="1000"/>
              </a:spcBef>
              <a:spcAft>
                <a:spcPts val="1000"/>
              </a:spcAft>
              <a:defRPr sz="2000">
                <a:solidFill>
                  <a:srgbClr val="323232"/>
                </a:solidFill>
              </a:defRPr>
            </a:pPr>
            <a:r>
              <a:t>Primacy effect: first impressions from media coverage can be lasting</a:t>
            </a:r>
          </a:p>
          <a:p>
            <a:pPr>
              <a:spcBef>
                <a:spcPts val="1000"/>
              </a:spcBef>
              <a:spcAft>
                <a:spcPts val="1000"/>
              </a:spcAft>
              <a:defRPr sz="2000">
                <a:solidFill>
                  <a:srgbClr val="323232"/>
                </a:solidFill>
              </a:defRPr>
            </a:pPr>
            <a:r>
              <a:t>Media bias: perceived or actual bias in reporting can impact public opinion</a:t>
            </a:r>
          </a:p>
          <a:p>
            <a:pPr>
              <a:spcBef>
                <a:spcPts val="1000"/>
              </a:spcBef>
              <a:spcAft>
                <a:spcPts val="1000"/>
              </a:spcAft>
              <a:defRPr sz="2000">
                <a:solidFill>
                  <a:srgbClr val="323232"/>
                </a:solidFill>
              </a:defRPr>
            </a:pPr>
            <a:r>
              <a:t>Gatekeeping: controlling the flow of information to the public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Power of Traditional Media in Shaping Public Opinion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Traditional media outlets, such as newspapers, television, and radio, have long been recognized as significant influencers of public opinion. Through their ability to set the agenda, frame issues, and provide information, they play a crucial role in shaping political discourse. The way they present information can either reinforce or challenge existing beliefs, making them powerful tools in the political landscape. Understanding the influence of traditional media is essential for effective political communication and for critically evaluating the information we consume.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Traditional Media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Reach and credibility: traditional media often have a wide audience and are perceived as trustworthy</a:t>
            </a:r>
          </a:p>
          <a:p>
            <a:pPr>
              <a:spcBef>
                <a:spcPts val="1000"/>
              </a:spcBef>
              <a:spcAft>
                <a:spcPts val="1000"/>
              </a:spcAft>
              <a:defRPr sz="2000">
                <a:solidFill>
                  <a:srgbClr val="323232"/>
                </a:solidFill>
              </a:defRPr>
            </a:pPr>
            <a:r>
              <a:t>In-depth coverage: they can provide detailed analysis and investigative reporting</a:t>
            </a:r>
          </a:p>
          <a:p>
            <a:pPr>
              <a:spcBef>
                <a:spcPts val="1000"/>
              </a:spcBef>
              <a:spcAft>
                <a:spcPts val="1000"/>
              </a:spcAft>
              <a:defRPr sz="2000">
                <a:solidFill>
                  <a:srgbClr val="323232"/>
                </a:solidFill>
              </a:defRPr>
            </a:pPr>
            <a:r>
              <a:t>Setting the agenda: they help determine which issues are discussed in the public sphere</a:t>
            </a:r>
          </a:p>
          <a:p>
            <a:pPr>
              <a:spcBef>
                <a:spcPts val="1000"/>
              </a:spcBef>
              <a:spcAft>
                <a:spcPts val="1000"/>
              </a:spcAft>
              <a:defRPr sz="2000">
                <a:solidFill>
                  <a:srgbClr val="323232"/>
                </a:solidFill>
              </a:defRPr>
            </a:pPr>
            <a:r>
              <a:t>Influencing policy: by shaping public opinion, they can indirectly influence policy decisions</a:t>
            </a:r>
          </a:p>
          <a:p>
            <a:pPr>
              <a:spcBef>
                <a:spcPts val="1000"/>
              </a:spcBef>
              <a:spcAft>
                <a:spcPts val="1000"/>
              </a:spcAft>
              <a:defRPr sz="2000">
                <a:solidFill>
                  <a:srgbClr val="323232"/>
                </a:solidFill>
              </a:defRPr>
            </a:pPr>
            <a:r>
              <a:t>Accountability: they can hold those in power accountable through investigative journalism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Example: The Impact of Traditional Media on Election Outcomes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influence of traditional media on election outcomes is a significant area of study. For instance, the way media outlets cover political campaigns can significantly impact voter perceptions of candidates. Positive or negative coverage can sway public opinion, potentially affecting the outcome of elections. Furthermore, traditional media's ability to fact-check and scrutinize political claims helps maintain the integrity of the electoral process. This highlights the critical role traditional media play in democratic societies, making their study an integral part of advanced communication skills and political science.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Traditional media significantly influence political discourse</a:t>
            </a:r>
          </a:p>
          <a:p>
            <a:pPr>
              <a:spcBef>
                <a:spcPts val="1000"/>
              </a:spcBef>
              <a:spcAft>
                <a:spcPts val="1000"/>
              </a:spcAft>
              <a:defRPr sz="2000">
                <a:solidFill>
                  <a:srgbClr val="323232"/>
                </a:solidFill>
              </a:defRPr>
            </a:pPr>
            <a:r>
              <a:t>Their role in agenda-setting, framing, and gatekeeping is crucial</a:t>
            </a:r>
          </a:p>
          <a:p>
            <a:pPr>
              <a:spcBef>
                <a:spcPts val="1000"/>
              </a:spcBef>
              <a:spcAft>
                <a:spcPts val="1000"/>
              </a:spcAft>
              <a:defRPr sz="2000">
                <a:solidFill>
                  <a:srgbClr val="323232"/>
                </a:solidFill>
              </a:defRPr>
            </a:pPr>
            <a:r>
              <a:t>Understanding media bias and the primacy effect is essential for critical consumption of news</a:t>
            </a:r>
          </a:p>
          <a:p>
            <a:pPr>
              <a:spcBef>
                <a:spcPts val="1000"/>
              </a:spcBef>
              <a:spcAft>
                <a:spcPts val="1000"/>
              </a:spcAft>
              <a:defRPr sz="2000">
                <a:solidFill>
                  <a:srgbClr val="323232"/>
                </a:solidFill>
              </a:defRPr>
            </a:pPr>
            <a:r>
              <a:t>Traditional media's reach, credibility, and in-depth coverage make them vital for public information</a:t>
            </a:r>
          </a:p>
          <a:p>
            <a:pPr>
              <a:spcBef>
                <a:spcPts val="1000"/>
              </a:spcBef>
              <a:spcAft>
                <a:spcPts val="1000"/>
              </a:spcAft>
              <a:defRPr sz="2000">
                <a:solidFill>
                  <a:srgbClr val="323232"/>
                </a:solidFill>
              </a:defRPr>
            </a:pPr>
            <a:r>
              <a:t>Their influence on public opinion can indirectly impact policy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influence of traditional media on political discourse matters because it affects how we perceive and engage with political issues. In a democratic society, an informed public is crucial for making informed decisions at the ballot box. Traditional media, with their wide reach and perceived credibility, are key players in this process. By understanding their influence, individuals can become more critical consumers of news, recognizing the potential for bias and the importance of seeking out diverse sources of information. This critical thinking is essential for navigating the complex political landscape and for the health of democracy itself.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