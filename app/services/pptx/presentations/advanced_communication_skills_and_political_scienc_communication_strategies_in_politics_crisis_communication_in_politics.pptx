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9144000" cy="19431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8229600" cy="1828800"/>
          </a:xfrm>
          <a:prstGeom prst="rect">
            <a:avLst/>
          </a:prstGeom>
          <a:noFill/>
        </p:spPr>
        <p:txBody>
          <a:bodyPr wrap="square" anchor="ctr">
            <a:spAutoFit/>
          </a:bodyPr>
          <a:lstStyle/>
          <a:p>
            <a:pPr algn="ctr">
              <a:defRPr sz="5400" b="1">
                <a:solidFill>
                  <a:srgbClr val="FFFFFF"/>
                </a:solidFill>
              </a:defRPr>
            </a:pPr>
            <a:r>
              <a:t>Crisis Communication in Politics</a:t>
            </a:r>
          </a:p>
        </p:txBody>
      </p:sp>
      <p:sp>
        <p:nvSpPr>
          <p:cNvPr id="5" name="TextBox 4"/>
          <p:cNvSpPr txBox="1"/>
          <p:nvPr/>
        </p:nvSpPr>
        <p:spPr>
          <a:xfrm>
            <a:off x="457200" y="3383280"/>
            <a:ext cx="8229600" cy="1371600"/>
          </a:xfrm>
          <a:prstGeom prst="rect">
            <a:avLst/>
          </a:prstGeom>
          <a:noFill/>
        </p:spPr>
        <p:txBody>
          <a:bodyPr wrap="square">
            <a:spAutoFit/>
          </a:bodyPr>
          <a:lstStyle/>
          <a:p>
            <a:pPr algn="ctr">
              <a:defRPr sz="2800">
                <a:solidFill>
                  <a:srgbClr val="1967D2"/>
                </a:solidFill>
              </a:defRPr>
            </a:pPr>
            <a:r>
              <a:t>Managing Political Crises through Effective Communication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Introduction to Crisis Communication</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2</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Crisis communication is a critical aspect of political communication that involves managing and responding to crises that can damage a politician's or government's reputation. Effective crisis communication can help mitigate the negative consequences of a crisis, while poor communication can exacerbate the situation. In the context of politics, crisis communication is essential for maintaining public trust and confidence in leaders and institutions.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Principles of Crisis Communication</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3</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Transparency: being open and honest in communication</a:t>
            </a:r>
          </a:p>
          <a:p>
            <a:pPr>
              <a:spcBef>
                <a:spcPts val="1000"/>
              </a:spcBef>
              <a:spcAft>
                <a:spcPts val="1000"/>
              </a:spcAft>
              <a:defRPr sz="2000">
                <a:solidFill>
                  <a:srgbClr val="323232"/>
                </a:solidFill>
              </a:defRPr>
            </a:pPr>
            <a:r>
              <a:t>Timeliness: responding promptly to a crisis</a:t>
            </a:r>
          </a:p>
          <a:p>
            <a:pPr>
              <a:spcBef>
                <a:spcPts val="1000"/>
              </a:spcBef>
              <a:spcAft>
                <a:spcPts val="1000"/>
              </a:spcAft>
              <a:defRPr sz="2000">
                <a:solidFill>
                  <a:srgbClr val="323232"/>
                </a:solidFill>
              </a:defRPr>
            </a:pPr>
            <a:r>
              <a:t>Consistency: maintaining a consistent message</a:t>
            </a:r>
          </a:p>
          <a:p>
            <a:pPr>
              <a:spcBef>
                <a:spcPts val="1000"/>
              </a:spcBef>
              <a:spcAft>
                <a:spcPts val="1000"/>
              </a:spcAft>
              <a:defRPr sz="2000">
                <a:solidFill>
                  <a:srgbClr val="323232"/>
                </a:solidFill>
              </a:defRPr>
            </a:pPr>
            <a:r>
              <a:t>Empathy: showing understanding and compassion for those affected</a:t>
            </a:r>
          </a:p>
          <a:p>
            <a:pPr>
              <a:spcBef>
                <a:spcPts val="1000"/>
              </a:spcBef>
              <a:spcAft>
                <a:spcPts val="1000"/>
              </a:spcAft>
              <a:defRPr sz="2000">
                <a:solidFill>
                  <a:srgbClr val="323232"/>
                </a:solidFill>
              </a:defRPr>
            </a:pPr>
            <a:r>
              <a:t>Action: taking concrete steps to address the crisis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Why Crisis Communication Matters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4</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Crisis communication matters because it can have a significant impact on public opinion and perception of politicians and governments. A well-handled crisis can enhance a leader's reputation, while a poorly handled crisis can lead to a loss of trust and confidence. Moreover, effective crisis communication can help prevent the escalation of a crisis, reducing the risk of long-term damage to a politician's or government's reputation.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Best Practices for Crisis Communication</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5</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Establish a crisis communication plan</a:t>
            </a:r>
          </a:p>
          <a:p>
            <a:pPr>
              <a:spcBef>
                <a:spcPts val="1000"/>
              </a:spcBef>
              <a:spcAft>
                <a:spcPts val="1000"/>
              </a:spcAft>
              <a:defRPr sz="2000">
                <a:solidFill>
                  <a:srgbClr val="323232"/>
                </a:solidFill>
              </a:defRPr>
            </a:pPr>
            <a:r>
              <a:t>Identify key stakeholders and audiences</a:t>
            </a:r>
          </a:p>
          <a:p>
            <a:pPr>
              <a:spcBef>
                <a:spcPts val="1000"/>
              </a:spcBef>
              <a:spcAft>
                <a:spcPts val="1000"/>
              </a:spcAft>
              <a:defRPr sz="2000">
                <a:solidFill>
                  <a:srgbClr val="323232"/>
                </a:solidFill>
              </a:defRPr>
            </a:pPr>
            <a:r>
              <a:t>Develop a clear and consistent message</a:t>
            </a:r>
          </a:p>
          <a:p>
            <a:pPr>
              <a:spcBef>
                <a:spcPts val="1000"/>
              </a:spcBef>
              <a:spcAft>
                <a:spcPts val="1000"/>
              </a:spcAft>
              <a:defRPr sz="2000">
                <a:solidFill>
                  <a:srgbClr val="323232"/>
                </a:solidFill>
              </a:defRPr>
            </a:pPr>
            <a:r>
              <a:t>Use multiple communication channels</a:t>
            </a:r>
          </a:p>
          <a:p>
            <a:pPr>
              <a:spcBef>
                <a:spcPts val="1000"/>
              </a:spcBef>
              <a:spcAft>
                <a:spcPts val="1000"/>
              </a:spcAft>
              <a:defRPr sz="2000">
                <a:solidFill>
                  <a:srgbClr val="323232"/>
                </a:solidFill>
              </a:defRPr>
            </a:pPr>
            <a:r>
              <a:t>Monitor and respond to social media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Case Study: Effective Crisis Communication</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6</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A notable example of effective crisis communication is the response of the Canadian government to the 2020 COVID-19 pandemic. The government established a clear and consistent message, provided regular updates, and took concrete steps to address the crisis. This approach helped maintain public trust and confidence in the government's ability to manage the crisis, and is widely regarded as a model for effective crisis communication.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Takeaways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7</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Crisis communication is critical for managing political crises</a:t>
            </a:r>
          </a:p>
          <a:p>
            <a:pPr>
              <a:spcBef>
                <a:spcPts val="1000"/>
              </a:spcBef>
              <a:spcAft>
                <a:spcPts val="1000"/>
              </a:spcAft>
              <a:defRPr sz="2000">
                <a:solidFill>
                  <a:srgbClr val="323232"/>
                </a:solidFill>
              </a:defRPr>
            </a:pPr>
            <a:r>
              <a:t>Transparency, timeliness, consistency, empathy, and action are key principles</a:t>
            </a:r>
          </a:p>
          <a:p>
            <a:pPr>
              <a:spcBef>
                <a:spcPts val="1000"/>
              </a:spcBef>
              <a:spcAft>
                <a:spcPts val="1000"/>
              </a:spcAft>
              <a:defRPr sz="2000">
                <a:solidFill>
                  <a:srgbClr val="323232"/>
                </a:solidFill>
              </a:defRPr>
            </a:pPr>
            <a:r>
              <a:t>Establishing a crisis communication plan is essential</a:t>
            </a:r>
          </a:p>
          <a:p>
            <a:pPr>
              <a:spcBef>
                <a:spcPts val="1000"/>
              </a:spcBef>
              <a:spcAft>
                <a:spcPts val="1000"/>
              </a:spcAft>
              <a:defRPr sz="2000">
                <a:solidFill>
                  <a:srgbClr val="323232"/>
                </a:solidFill>
              </a:defRPr>
            </a:pPr>
            <a:r>
              <a:t>Effective crisis communication can enhance a leader's reputation</a:t>
            </a:r>
          </a:p>
          <a:p>
            <a:pPr>
              <a:spcBef>
                <a:spcPts val="1000"/>
              </a:spcBef>
              <a:spcAft>
                <a:spcPts val="1000"/>
              </a:spcAft>
              <a:defRPr sz="2000">
                <a:solidFill>
                  <a:srgbClr val="323232"/>
                </a:solidFill>
              </a:defRPr>
            </a:pPr>
            <a:r>
              <a:t>Poor crisis communication can lead to a loss of trust and confidence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