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Convolutional Neural Networks: Foundational Understanding</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Introduction to CNN Architectures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Popular CNN Architectures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LeNet: One of the earliest CNN architectures, introduced in 1998</a:t>
            </a:r>
          </a:p>
          <a:p>
            <a:pPr>
              <a:spcBef>
                <a:spcPts val="1000"/>
              </a:spcBef>
              <a:spcAft>
                <a:spcPts val="1000"/>
              </a:spcAft>
              <a:defRPr sz="2000">
                <a:solidFill>
                  <a:srgbClr val="323232"/>
                </a:solidFill>
              </a:defRPr>
            </a:pPr>
            <a:r>
              <a:t>AlexNet: Winner of the 2012 ImageNet competition, introduced deep CNNs</a:t>
            </a:r>
          </a:p>
          <a:p>
            <a:pPr>
              <a:spcBef>
                <a:spcPts val="1000"/>
              </a:spcBef>
              <a:spcAft>
                <a:spcPts val="1000"/>
              </a:spcAft>
              <a:defRPr sz="2000">
                <a:solidFill>
                  <a:srgbClr val="323232"/>
                </a:solidFill>
              </a:defRPr>
            </a:pPr>
            <a:r>
              <a:t>VGG: Family of CNN architectures that achieved state-of-the-art performance on ImageNet</a:t>
            </a:r>
          </a:p>
          <a:p>
            <a:pPr>
              <a:spcBef>
                <a:spcPts val="1000"/>
              </a:spcBef>
              <a:spcAft>
                <a:spcPts val="1000"/>
              </a:spcAft>
              <a:defRPr sz="2000">
                <a:solidFill>
                  <a:srgbClr val="323232"/>
                </a:solidFill>
              </a:defRPr>
            </a:pPr>
            <a:r>
              <a:t>ResNet: Introduced residual connections to ease training of deep CNNs</a:t>
            </a:r>
          </a:p>
          <a:p>
            <a:pPr>
              <a:spcBef>
                <a:spcPts val="1000"/>
              </a:spcBef>
              <a:spcAft>
                <a:spcPts val="1000"/>
              </a:spcAft>
              <a:defRPr sz="2000">
                <a:solidFill>
                  <a:srgbClr val="323232"/>
                </a:solidFill>
              </a:defRPr>
            </a:pPr>
            <a:r>
              <a:t>Inception: Introduced multiple parallel branches with different filter sizes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LeNet Architecture</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LeNet architecture is composed of several convolutional and pooling layers, followed by fully connected layers. The input image is first convolved with a set of learnable filters, then downsampled using a pooling layer. This process is repeated multiple times, allowing the network to capture features at multiple scales. The output of the convolutional and pooling layers is then flattened and fed into a fully connected network to produce the final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Features of AlexNet</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Deep architecture with 5 convolutional layers and 3 fully connected layers</a:t>
            </a:r>
          </a:p>
          <a:p>
            <a:pPr>
              <a:spcBef>
                <a:spcPts val="1000"/>
              </a:spcBef>
              <a:spcAft>
                <a:spcPts val="1000"/>
              </a:spcAft>
              <a:defRPr sz="2000">
                <a:solidFill>
                  <a:srgbClr val="323232"/>
                </a:solidFill>
              </a:defRPr>
            </a:pPr>
            <a:r>
              <a:t>Use of ReLU activation function instead of sigmoid or tanh</a:t>
            </a:r>
          </a:p>
          <a:p>
            <a:pPr>
              <a:spcBef>
                <a:spcPts val="1000"/>
              </a:spcBef>
              <a:spcAft>
                <a:spcPts val="1000"/>
              </a:spcAft>
              <a:defRPr sz="2000">
                <a:solidFill>
                  <a:srgbClr val="323232"/>
                </a:solidFill>
              </a:defRPr>
            </a:pPr>
            <a:r>
              <a:t>Data augmentation to increase size of training dataset</a:t>
            </a:r>
          </a:p>
          <a:p>
            <a:pPr>
              <a:spcBef>
                <a:spcPts val="1000"/>
              </a:spcBef>
              <a:spcAft>
                <a:spcPts val="1000"/>
              </a:spcAft>
              <a:defRPr sz="2000">
                <a:solidFill>
                  <a:srgbClr val="323232"/>
                </a:solidFill>
              </a:defRPr>
            </a:pPr>
            <a:r>
              <a:t>Dropout regularization to prevent overfitting</a:t>
            </a:r>
          </a:p>
          <a:p>
            <a:pPr>
              <a:spcBef>
                <a:spcPts val="1000"/>
              </a:spcBef>
              <a:spcAft>
                <a:spcPts val="1000"/>
              </a:spcAft>
              <a:defRPr sz="2000">
                <a:solidFill>
                  <a:srgbClr val="323232"/>
                </a:solidFill>
              </a:defRPr>
            </a:pPr>
            <a:r>
              <a:t>Local response normalization to normalize responses across channels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CNN Architectures Matter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choice of CNN architecture can significantly impact the performance of a deep learning model. Different architectures are suited to different tasks and datasets, and selecting the right architecture can result in improved accuracy, reduced training time, and decreased risk of overfitting. Furthermore, understanding the design choices and trade-offs involved in different architectures can help practitioners develop more effective models and improve the overall performance of their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Understand the strengths and weaknesses of different CNN architectures</a:t>
            </a:r>
          </a:p>
          <a:p>
            <a:pPr>
              <a:spcBef>
                <a:spcPts val="1000"/>
              </a:spcBef>
              <a:spcAft>
                <a:spcPts val="1000"/>
              </a:spcAft>
              <a:defRPr sz="2000">
                <a:solidFill>
                  <a:srgbClr val="323232"/>
                </a:solidFill>
              </a:defRPr>
            </a:pPr>
            <a:r>
              <a:t>Choose the right architecture for the task and dataset</a:t>
            </a:r>
          </a:p>
          <a:p>
            <a:pPr>
              <a:spcBef>
                <a:spcPts val="1000"/>
              </a:spcBef>
              <a:spcAft>
                <a:spcPts val="1000"/>
              </a:spcAft>
              <a:defRPr sz="2000">
                <a:solidFill>
                  <a:srgbClr val="323232"/>
                </a:solidFill>
              </a:defRPr>
            </a:pPr>
            <a:r>
              <a:t>Consider factors such as depth, width, and parameter count when selecting an architecture</a:t>
            </a:r>
          </a:p>
          <a:p>
            <a:pPr>
              <a:spcBef>
                <a:spcPts val="1000"/>
              </a:spcBef>
              <a:spcAft>
                <a:spcPts val="1000"/>
              </a:spcAft>
              <a:defRPr sz="2000">
                <a:solidFill>
                  <a:srgbClr val="323232"/>
                </a:solidFill>
              </a:defRPr>
            </a:pPr>
            <a:r>
              <a:t>Experiment with different architectures to find the best approach</a:t>
            </a:r>
          </a:p>
          <a:p>
            <a:pPr>
              <a:spcBef>
                <a:spcPts val="1000"/>
              </a:spcBef>
              <a:spcAft>
                <a:spcPts val="1000"/>
              </a:spcAft>
              <a:defRPr sz="2000">
                <a:solidFill>
                  <a:srgbClr val="323232"/>
                </a:solidFill>
              </a:defRPr>
            </a:pPr>
            <a:r>
              <a:t>Stay up-to-date with the latest developments in CNN architectures and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this lesson, we introduced several popular CNN architectures, including LeNet, AlexNet, and VGG. We discussed the key features and design choices of each architecture, and explored why the choice of architecture matters. By understanding the strengths and weaknesses of different architectures, practitioners can develop more effective models and improve the overall performance of their systems. Key takeaways include understanding the importance of architecture selection, considering factors such as depth and width, and staying up-to-date with the latest developments in the field.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