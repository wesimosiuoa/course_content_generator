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The Future of Political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Emerging Trends and Technologies in Political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Emerging Trends in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Social media platforms as primary news sources</a:t>
            </a:r>
          </a:p>
          <a:p>
            <a:pPr>
              <a:spcBef>
                <a:spcPts val="1000"/>
              </a:spcBef>
              <a:spcAft>
                <a:spcPts val="1000"/>
              </a:spcAft>
              <a:defRPr sz="2000">
                <a:solidFill>
                  <a:srgbClr val="323232"/>
                </a:solidFill>
              </a:defRPr>
            </a:pPr>
            <a:r>
              <a:t>Rise of influencer politics and celebrity endorsements</a:t>
            </a:r>
          </a:p>
          <a:p>
            <a:pPr>
              <a:spcBef>
                <a:spcPts val="1000"/>
              </a:spcBef>
              <a:spcAft>
                <a:spcPts val="1000"/>
              </a:spcAft>
              <a:defRPr sz="2000">
                <a:solidFill>
                  <a:srgbClr val="323232"/>
                </a:solidFill>
              </a:defRPr>
            </a:pPr>
            <a:r>
              <a:t>Increased use of data analytics for voter targeting</a:t>
            </a:r>
          </a:p>
          <a:p>
            <a:pPr>
              <a:spcBef>
                <a:spcPts val="1000"/>
              </a:spcBef>
              <a:spcAft>
                <a:spcPts val="1000"/>
              </a:spcAft>
              <a:defRPr sz="2000">
                <a:solidFill>
                  <a:srgbClr val="323232"/>
                </a:solidFill>
              </a:defRPr>
            </a:pPr>
            <a:r>
              <a:t>Growing importance of online security and disinformation campaigns</a:t>
            </a:r>
          </a:p>
          <a:p>
            <a:pPr>
              <a:spcBef>
                <a:spcPts val="1000"/>
              </a:spcBef>
              <a:spcAft>
                <a:spcPts val="1000"/>
              </a:spcAft>
              <a:defRPr sz="2000">
                <a:solidFill>
                  <a:srgbClr val="323232"/>
                </a:solidFill>
              </a:defRPr>
            </a:pPr>
            <a:r>
              <a:t>Expansion of virtual and hybrid events for political engagement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Impact of Social Media on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Social media has revolutionized the way politicians communicate with their constituents. With the rise of platforms like Twitter, Facebook, and Instagram, politicians can now reach a large audience directly and instantly. This has enabled them to bypass traditional media outlets and connect with voters on a more personal level. However, it also raises concerns about the spread of misinformation and the potential for social media to be used as a tool for manipulation and propaganda.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Technologies Shaping the Future of Political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Artificial intelligence for personalized messaging and voter profiling</a:t>
            </a:r>
          </a:p>
          <a:p>
            <a:pPr>
              <a:spcBef>
                <a:spcPts val="1000"/>
              </a:spcBef>
              <a:spcAft>
                <a:spcPts val="1000"/>
              </a:spcAft>
              <a:defRPr sz="2000">
                <a:solidFill>
                  <a:srgbClr val="323232"/>
                </a:solidFill>
              </a:defRPr>
            </a:pPr>
            <a:r>
              <a:t>Virtual and augmented reality for immersive campaign experiences</a:t>
            </a:r>
          </a:p>
          <a:p>
            <a:pPr>
              <a:spcBef>
                <a:spcPts val="1000"/>
              </a:spcBef>
              <a:spcAft>
                <a:spcPts val="1000"/>
              </a:spcAft>
              <a:defRPr sz="2000">
                <a:solidFill>
                  <a:srgbClr val="323232"/>
                </a:solidFill>
              </a:defRPr>
            </a:pPr>
            <a:r>
              <a:t>Blockchain for secure and transparent voting systems</a:t>
            </a:r>
          </a:p>
          <a:p>
            <a:pPr>
              <a:spcBef>
                <a:spcPts val="1000"/>
              </a:spcBef>
              <a:spcAft>
                <a:spcPts val="1000"/>
              </a:spcAft>
              <a:defRPr sz="2000">
                <a:solidFill>
                  <a:srgbClr val="323232"/>
                </a:solidFill>
              </a:defRPr>
            </a:pPr>
            <a:r>
              <a:t>Natural language processing for sentiment analysis and public opinion tracking</a:t>
            </a:r>
          </a:p>
          <a:p>
            <a:pPr>
              <a:spcBef>
                <a:spcPts val="1000"/>
              </a:spcBef>
              <a:spcAft>
                <a:spcPts val="1000"/>
              </a:spcAft>
              <a:defRPr sz="2000">
                <a:solidFill>
                  <a:srgbClr val="323232"/>
                </a:solidFill>
              </a:defRPr>
            </a:pPr>
            <a:r>
              <a:t>Cloud computing for scalable and secure data storage and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This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future of political communication matters because it has the potential to shape the way we engage with politics and make decisions about our leaders. As new technologies and trends emerge, it is essential to consider their impact on the democratic process and the potential risks and benefits they pose. By understanding these emerging trends and technologies, we can work to create a more informed, engaged, and equitable political landscape.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Challenges and Opportunities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Balancing the benefits of new technologies with the risks of disinformation and manipulation</a:t>
            </a:r>
          </a:p>
          <a:p>
            <a:pPr>
              <a:spcBef>
                <a:spcPts val="1000"/>
              </a:spcBef>
              <a:spcAft>
                <a:spcPts val="1000"/>
              </a:spcAft>
              <a:defRPr sz="2000">
                <a:solidFill>
                  <a:srgbClr val="323232"/>
                </a:solidFill>
              </a:defRPr>
            </a:pPr>
            <a:r>
              <a:t>Ensuring equal access to digital technologies and online platforms</a:t>
            </a:r>
          </a:p>
          <a:p>
            <a:pPr>
              <a:spcBef>
                <a:spcPts val="1000"/>
              </a:spcBef>
              <a:spcAft>
                <a:spcPts val="1000"/>
              </a:spcAft>
              <a:defRPr sz="2000">
                <a:solidFill>
                  <a:srgbClr val="323232"/>
                </a:solidFill>
              </a:defRPr>
            </a:pPr>
            <a:r>
              <a:t>Protecting voter privacy and security in the digital age</a:t>
            </a:r>
          </a:p>
          <a:p>
            <a:pPr>
              <a:spcBef>
                <a:spcPts val="1000"/>
              </a:spcBef>
              <a:spcAft>
                <a:spcPts val="1000"/>
              </a:spcAft>
              <a:defRPr sz="2000">
                <a:solidFill>
                  <a:srgbClr val="323232"/>
                </a:solidFill>
              </a:defRPr>
            </a:pPr>
            <a:r>
              <a:t>Fostering critical thinking and media literacy among citizens</a:t>
            </a:r>
          </a:p>
          <a:p>
            <a:pPr>
              <a:spcBef>
                <a:spcPts val="1000"/>
              </a:spcBef>
              <a:spcAft>
                <a:spcPts val="1000"/>
              </a:spcAft>
              <a:defRPr sz="2000">
                <a:solidFill>
                  <a:srgbClr val="323232"/>
                </a:solidFill>
              </a:defRPr>
            </a:pPr>
            <a:r>
              <a:t>Encouraging transparency and accountability in political communication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future of political communication will be shaped by emerging trends and technologies that have the potential to both empower and undermine democratic processes. As we move forward, it is essential to prioritize critical thinking, media literacy, and transparency in political communication, while also addressing the challenges and risks posed by these new technologies.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