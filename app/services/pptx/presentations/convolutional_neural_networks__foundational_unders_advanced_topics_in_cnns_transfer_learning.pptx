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Transfer Learning in CNNs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Foundational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Transfer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Pre-trained models</a:t>
            </a:r>
          </a:p>
          <a:p>
            <a:pPr/>
            <a:r>
              <a:t>Fine-tuning</a:t>
            </a:r>
          </a:p>
          <a:p>
            <a:pPr/>
            <a:r>
              <a:t>Knowledge reuse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training</a:t>
            </a:r>
          </a:p>
          <a:p>
            <a:pPr/>
            <a:r>
              <a:t>Improved accuracy</a:t>
            </a:r>
          </a:p>
          <a:p>
            <a:pPr/>
            <a:r>
              <a:t>Less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Pre-trained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VGG16</a:t>
            </a:r>
          </a:p>
          <a:p>
            <a:pPr/>
            <a:r>
              <a:t>ResNet50</a:t>
            </a:r>
          </a:p>
          <a:p>
            <a:pPr/>
            <a:r>
              <a:t>InceptionV3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Fine-Tuning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 freezing</a:t>
            </a:r>
          </a:p>
          <a:p>
            <a:pPr/>
            <a:r>
              <a:t>Learning rate</a:t>
            </a:r>
          </a:p>
          <a:p>
            <a:pPr/>
            <a:r>
              <a:t>Batch normalization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classification</a:t>
            </a:r>
          </a:p>
          <a:p>
            <a:pPr/>
            <a:r>
              <a:t>Object detection</a:t>
            </a:r>
          </a:p>
          <a:p>
            <a:pPr/>
            <a:r>
              <a:t>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</a:t>
            </a:r>
          </a:p>
          <a:p>
            <a:pPr/>
            <a:r>
              <a:t>Underfitting</a:t>
            </a:r>
          </a:p>
          <a:p>
            <a:pPr/>
            <a:r>
              <a:t>Data bias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</a:t>
            </a:r>
          </a:p>
          <a:p>
            <a:pPr/>
            <a:r>
              <a:t>Model selection</a:t>
            </a:r>
          </a:p>
          <a:p>
            <a:pPr/>
            <a:r>
              <a:t>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